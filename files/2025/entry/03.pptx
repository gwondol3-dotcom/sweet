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24384000" cy="13716000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29.png"/><Relationship Id="rId6" Type="http://schemas.openxmlformats.org/officeDocument/2006/relationships/image" Target="../media/image39.png"/><Relationship Id="rId7" Type="http://schemas.openxmlformats.org/officeDocument/2006/relationships/hyperlink" Target="https://www.youtube.com/watch?v=we9qyoE3mc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29.png"/><Relationship Id="rId7" Type="http://schemas.openxmlformats.org/officeDocument/2006/relationships/image" Target="../media/image43.png"/><Relationship Id="rId8" Type="http://schemas.openxmlformats.org/officeDocument/2006/relationships/image" Target="../media/image39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47.png"/><Relationship Id="rId6" Type="http://schemas.openxmlformats.org/officeDocument/2006/relationships/image" Target="../media/image39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47.png"/><Relationship Id="rId6" Type="http://schemas.openxmlformats.org/officeDocument/2006/relationships/image" Target="../media/image39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55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58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29.png"/><Relationship Id="rId7" Type="http://schemas.openxmlformats.org/officeDocument/2006/relationships/image" Target="../media/image75.png"/><Relationship Id="rId8" Type="http://schemas.openxmlformats.org/officeDocument/2006/relationships/image" Target="../media/image39.png"/><Relationship Id="rId9" Type="http://schemas.openxmlformats.org/officeDocument/2006/relationships/image" Target="../media/image7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29.png"/><Relationship Id="rId7" Type="http://schemas.openxmlformats.org/officeDocument/2006/relationships/image" Target="../media/image39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hyperlink" Target="https://www.youtube.com/watch?v=xuF7F6Dpygs" TargetMode="External"/><Relationship Id="rId11" Type="http://schemas.openxmlformats.org/officeDocument/2006/relationships/hyperlink" Target="https://www.youtube.com/watch?v=62NOGxsS484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29.png"/><Relationship Id="rId7" Type="http://schemas.openxmlformats.org/officeDocument/2006/relationships/image" Target="../media/image39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5.png"/><Relationship Id="rId5" Type="http://schemas.openxmlformats.org/officeDocument/2006/relationships/image" Target="../media/image32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hyperlink" Target="https://naver.me/II4wVKLV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85.png"/><Relationship Id="rId8" Type="http://schemas.openxmlformats.org/officeDocument/2006/relationships/image" Target="../media/image9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32.png"/><Relationship Id="rId7" Type="http://schemas.openxmlformats.org/officeDocument/2006/relationships/image" Target="../media/image95.png"/><Relationship Id="rId8" Type="http://schemas.openxmlformats.org/officeDocument/2006/relationships/image" Target="../media/image8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32.png"/><Relationship Id="rId7" Type="http://schemas.openxmlformats.org/officeDocument/2006/relationships/image" Target="../media/image98.png"/><Relationship Id="rId8" Type="http://schemas.openxmlformats.org/officeDocument/2006/relationships/image" Target="../media/image8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5.png"/><Relationship Id="rId6" Type="http://schemas.openxmlformats.org/officeDocument/2006/relationships/image" Target="../media/image141.png"/><Relationship Id="rId7" Type="http://schemas.openxmlformats.org/officeDocument/2006/relationships/image" Target="../media/image1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2501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300" y="2171700"/>
            <a:ext cx="2260600" cy="226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518400" y="9232900"/>
            <a:ext cx="8089900" cy="1549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1600" y="2019300"/>
            <a:ext cx="2806700" cy="199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3700" y="9410700"/>
            <a:ext cx="70358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100" y="4038600"/>
            <a:ext cx="18884900" cy="176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2500" y="6515100"/>
            <a:ext cx="188849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2057400"/>
            <a:ext cx="1600200" cy="1600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00" y="6896100"/>
            <a:ext cx="2717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700" y="6896100"/>
            <a:ext cx="2717800" cy="44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0" y="9931400"/>
            <a:ext cx="1778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4800" y="9931400"/>
            <a:ext cx="17780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9931400"/>
            <a:ext cx="17780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5232400"/>
            <a:ext cx="20383500" cy="7035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5100" y="3429000"/>
            <a:ext cx="7772400" cy="153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5918200"/>
            <a:ext cx="37338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3400" y="9029700"/>
            <a:ext cx="3733800" cy="571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1828800" y="6731000"/>
            <a:ext cx="9105900" cy="1892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90000"/>
          </a:blip>
          <a:stretch>
            <a:fillRect/>
          </a:stretch>
        </p:blipFill>
        <p:spPr>
          <a:xfrm>
            <a:off x="1828800" y="9779000"/>
            <a:ext cx="9105900" cy="952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33200" y="8128000"/>
            <a:ext cx="3733800" cy="57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58600" y="10248900"/>
            <a:ext cx="3733800" cy="571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>
            <a:alphaModFix amt="90000"/>
          </a:blip>
          <a:stretch>
            <a:fillRect/>
          </a:stretch>
        </p:blipFill>
        <p:spPr>
          <a:xfrm>
            <a:off x="11633200" y="8750300"/>
            <a:ext cx="89408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>
            <a:alphaModFix amt="90000"/>
          </a:blip>
          <a:stretch>
            <a:fillRect/>
          </a:stretch>
        </p:blipFill>
        <p:spPr>
          <a:xfrm>
            <a:off x="11684000" y="10909300"/>
            <a:ext cx="8940800" cy="469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33200" y="5918200"/>
            <a:ext cx="3733800" cy="571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11658600" y="6616700"/>
            <a:ext cx="8940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2057400"/>
            <a:ext cx="1600200" cy="1600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00" y="6896100"/>
            <a:ext cx="2717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700" y="6896100"/>
            <a:ext cx="2717800" cy="44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9700" y="3454400"/>
            <a:ext cx="7772400" cy="1536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0900" y="6896100"/>
            <a:ext cx="165354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2057400"/>
            <a:ext cx="1600200" cy="1600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300" y="5524500"/>
            <a:ext cx="28321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0" y="5613400"/>
            <a:ext cx="74041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8280400"/>
            <a:ext cx="98044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300" y="8153400"/>
            <a:ext cx="2832100" cy="118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3073400"/>
            <a:ext cx="7772400" cy="153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5400" y="6705600"/>
            <a:ext cx="98044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9334500"/>
            <a:ext cx="112014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200" y="6286500"/>
            <a:ext cx="4914900" cy="491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9400" y="5600700"/>
            <a:ext cx="6743700" cy="560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3390900"/>
            <a:ext cx="182372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937000"/>
            <a:ext cx="13639800" cy="767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4B8145-5489-45AD-80F5-A2436440BE71}"/>
              </a:ext>
            </a:extLst>
          </p:cNvPr>
          <p:cNvSpPr txBox="1"/>
          <p:nvPr/>
        </p:nvSpPr>
        <p:spPr>
          <a:xfrm>
            <a:off x="5562600" y="1192057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hlinkClick r:id="rId7"/>
              </a:rPr>
              <a:t>https://www.youtube.com/watch?v=we9qyoE3mcY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00" y="5334000"/>
            <a:ext cx="5880100" cy="500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5334000"/>
            <a:ext cx="5765800" cy="497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3937000"/>
            <a:ext cx="3302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00" y="4076700"/>
            <a:ext cx="46355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8400" y="10731500"/>
            <a:ext cx="6007100" cy="132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14400" y="10795000"/>
            <a:ext cx="66675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3035300"/>
            <a:ext cx="94869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400" y="5016500"/>
            <a:ext cx="6972300" cy="1676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4900" y="6845300"/>
            <a:ext cx="241300" cy="24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9400" y="7239000"/>
            <a:ext cx="6972300" cy="167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4900" y="9067800"/>
            <a:ext cx="2413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9400" y="9461500"/>
            <a:ext cx="6972300" cy="167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60200" y="5016500"/>
            <a:ext cx="6972300" cy="1676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25700" y="6845300"/>
            <a:ext cx="241300" cy="241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0200" y="7239000"/>
            <a:ext cx="6972300" cy="167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25700" y="9067800"/>
            <a:ext cx="241300" cy="241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0200" y="9461500"/>
            <a:ext cx="6972300" cy="1676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100" y="5422900"/>
            <a:ext cx="6184900" cy="850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78400" y="7759700"/>
            <a:ext cx="5181600" cy="63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8400" y="9982200"/>
            <a:ext cx="5181600" cy="635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41200" y="5422900"/>
            <a:ext cx="6210300" cy="850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61900" y="7480300"/>
            <a:ext cx="5181600" cy="1193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661900" y="9702800"/>
            <a:ext cx="51816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3035300"/>
            <a:ext cx="94869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400" y="5016500"/>
            <a:ext cx="6972300" cy="1676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4900" y="6845300"/>
            <a:ext cx="241300" cy="24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9400" y="7239000"/>
            <a:ext cx="6972300" cy="167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4900" y="9067800"/>
            <a:ext cx="2413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9400" y="9461500"/>
            <a:ext cx="6972300" cy="167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60200" y="5016500"/>
            <a:ext cx="6972300" cy="1676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25700" y="6845300"/>
            <a:ext cx="241300" cy="241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0200" y="7239000"/>
            <a:ext cx="6972300" cy="167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25700" y="9067800"/>
            <a:ext cx="241300" cy="241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60200" y="9461500"/>
            <a:ext cx="6972300" cy="1676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100" y="5422900"/>
            <a:ext cx="6184900" cy="850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8400" y="7759700"/>
            <a:ext cx="5181600" cy="63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78400" y="9982200"/>
            <a:ext cx="5181600" cy="635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41200" y="5422900"/>
            <a:ext cx="6210300" cy="850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661900" y="7480300"/>
            <a:ext cx="5181600" cy="1193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661900" y="9982200"/>
            <a:ext cx="51816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686300"/>
            <a:ext cx="19011900" cy="2425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9169400"/>
            <a:ext cx="19011900" cy="294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3390900"/>
            <a:ext cx="182372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7797800"/>
            <a:ext cx="204089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5854700"/>
            <a:ext cx="8674100" cy="4876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0" y="5854700"/>
            <a:ext cx="8801100" cy="495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4559300"/>
            <a:ext cx="61214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81100" y="4559300"/>
            <a:ext cx="6121400" cy="952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289692-55E4-4AED-B371-757362A86FE6}"/>
              </a:ext>
            </a:extLst>
          </p:cNvPr>
          <p:cNvSpPr txBox="1"/>
          <p:nvPr/>
        </p:nvSpPr>
        <p:spPr>
          <a:xfrm>
            <a:off x="1758950" y="11074400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hlinkClick r:id="rId10"/>
              </a:rPr>
              <a:t>https://www.youtube.com/watch?v=xuF7F6Dpygs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6F4A1-068B-4AE8-95E3-63ED2B299E85}"/>
              </a:ext>
            </a:extLst>
          </p:cNvPr>
          <p:cNvSpPr txBox="1"/>
          <p:nvPr/>
        </p:nvSpPr>
        <p:spPr>
          <a:xfrm>
            <a:off x="12192000" y="11080750"/>
            <a:ext cx="12353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hlinkClick r:id="rId11"/>
              </a:rPr>
              <a:t>https://www.youtube.com/watch?v=62NOGxsS484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200" y="5969000"/>
            <a:ext cx="8229600" cy="5486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7900" y="5969000"/>
            <a:ext cx="8229600" cy="548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400" y="1320800"/>
            <a:ext cx="98044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4559300"/>
            <a:ext cx="61214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98500" y="4559300"/>
            <a:ext cx="61214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400" y="3403600"/>
            <a:ext cx="19138900" cy="1854200"/>
          </a:xfrm>
          <a:prstGeom prst="rect">
            <a:avLst/>
          </a:prstGeom>
        </p:spPr>
      </p:pic>
      <p:pic>
        <p:nvPicPr>
          <p:cNvPr id="7" name="Picture 7">
            <a:hlinkClick r:id="" action="ppaction://noaction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950" y="5867400"/>
            <a:ext cx="52197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9600" y="6972300"/>
            <a:ext cx="5486400" cy="548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9500" y="5905500"/>
            <a:ext cx="10718800" cy="6565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8F318B-42F9-4A6A-84CE-8905B1DE4726}"/>
              </a:ext>
            </a:extLst>
          </p:cNvPr>
          <p:cNvSpPr txBox="1"/>
          <p:nvPr/>
        </p:nvSpPr>
        <p:spPr>
          <a:xfrm>
            <a:off x="3149600" y="12611100"/>
            <a:ext cx="387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hlinkClick r:id="rId10"/>
              </a:rPr>
              <a:t>https://naver.me/II4wVKLV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0" y="4508500"/>
            <a:ext cx="20675600" cy="270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" y="3517900"/>
            <a:ext cx="41148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384300"/>
            <a:ext cx="98044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000" y="7518400"/>
            <a:ext cx="8890000" cy="4851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700" y="6273800"/>
            <a:ext cx="9474200" cy="5219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4400" y="5130800"/>
            <a:ext cx="7023100" cy="735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900" y="3606800"/>
            <a:ext cx="196342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5803900"/>
            <a:ext cx="18059400" cy="619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7759700"/>
            <a:ext cx="1790700" cy="787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100" y="3530600"/>
            <a:ext cx="196342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3111500"/>
            <a:ext cx="8128000" cy="957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0" y="5092700"/>
            <a:ext cx="121158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0" y="8775700"/>
            <a:ext cx="121158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10121900"/>
            <a:ext cx="21666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25800"/>
            <a:ext cx="213233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2794000"/>
            <a:ext cx="20713700" cy="9804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8700" y="8470900"/>
            <a:ext cx="165481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52400" y="10668000"/>
            <a:ext cx="243840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0500" y="3175000"/>
            <a:ext cx="13106400" cy="711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10515600"/>
            <a:ext cx="21920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0400" y="2908300"/>
            <a:ext cx="1946910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0" y="2806700"/>
            <a:ext cx="12801600" cy="986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6800" y="6858000"/>
            <a:ext cx="109347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2794000"/>
            <a:ext cx="13716000" cy="1016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8500" y="6489700"/>
            <a:ext cx="11074400" cy="257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0" y="0"/>
            <a:ext cx="98298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" y="2743200"/>
            <a:ext cx="13716000" cy="1021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" y="4597400"/>
            <a:ext cx="9829800" cy="9829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5200" y="6324600"/>
            <a:ext cx="121666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" y="2743200"/>
            <a:ext cx="13716000" cy="1023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800" y="6438900"/>
            <a:ext cx="124714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0" y="6718300"/>
            <a:ext cx="131953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900" y="2984500"/>
            <a:ext cx="6756400" cy="9931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3149600"/>
            <a:ext cx="121158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000" y="2794000"/>
            <a:ext cx="6565900" cy="1036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06200" y="4267200"/>
            <a:ext cx="5638800" cy="7416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2100" y="11684000"/>
            <a:ext cx="13271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100" y="10718800"/>
            <a:ext cx="134620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4800" y="3213100"/>
            <a:ext cx="18224500" cy="6464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794000"/>
            <a:ext cx="14681200" cy="10261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3700" y="4318000"/>
            <a:ext cx="123063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000" y="10337800"/>
            <a:ext cx="123063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6100" y="9626600"/>
            <a:ext cx="171577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0" y="3657600"/>
            <a:ext cx="177927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700" y="3048000"/>
            <a:ext cx="11214100" cy="984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3911600"/>
            <a:ext cx="123063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8509000"/>
            <a:ext cx="142621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2933700"/>
            <a:ext cx="11226800" cy="10121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4102100"/>
            <a:ext cx="123063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7000" y="8585200"/>
            <a:ext cx="142621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100" y="2794000"/>
            <a:ext cx="11252200" cy="1003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4025900"/>
            <a:ext cx="147828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300" y="2794000"/>
            <a:ext cx="14732000" cy="8267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11188700"/>
            <a:ext cx="174625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1206500"/>
            <a:ext cx="2832100" cy="118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1333500"/>
            <a:ext cx="98044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300" y="2794000"/>
            <a:ext cx="14732000" cy="8267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600" y="11468100"/>
            <a:ext cx="15684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5461000"/>
            <a:ext cx="19011900" cy="2425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9753600"/>
            <a:ext cx="19011900" cy="2425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1206500"/>
            <a:ext cx="67310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500" y="3416300"/>
            <a:ext cx="204724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8343900"/>
            <a:ext cx="204724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29300" y="-4673600"/>
            <a:ext cx="12725400" cy="2330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800100"/>
            <a:ext cx="21590000" cy="199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6057900"/>
            <a:ext cx="11493500" cy="226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</Words>
  <Application>Microsoft Office PowerPoint</Application>
  <PresentationFormat>사용자 지정</PresentationFormat>
  <Paragraphs>4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2</cp:revision>
  <dcterms:created xsi:type="dcterms:W3CDTF">2006-08-16T00:00:00Z</dcterms:created>
  <dcterms:modified xsi:type="dcterms:W3CDTF">2025-11-03T13:53:19Z</dcterms:modified>
  <dc:creator/>
  <dc:description/>
</cp:coreProperties>
</file>