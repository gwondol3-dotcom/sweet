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9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32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hyperlink" Target="https://naver.me/GBvTec4R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32.png"/><Relationship Id="rId7" Type="http://schemas.openxmlformats.org/officeDocument/2006/relationships/image" Target="../media/image71.png"/><Relationship Id="rId8" Type="http://schemas.openxmlformats.org/officeDocument/2006/relationships/image" Target="../media/image6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32.png"/><Relationship Id="rId7" Type="http://schemas.openxmlformats.org/officeDocument/2006/relationships/image" Target="../media/image74.png"/><Relationship Id="rId8" Type="http://schemas.openxmlformats.org/officeDocument/2006/relationships/image" Target="../media/image6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32.png"/><Relationship Id="rId8" Type="http://schemas.openxmlformats.org/officeDocument/2006/relationships/image" Target="../media/image64.png"/><Relationship Id="rId9" Type="http://schemas.openxmlformats.org/officeDocument/2006/relationships/image" Target="../media/image7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32.png"/><Relationship Id="rId8" Type="http://schemas.openxmlformats.org/officeDocument/2006/relationships/image" Target="../media/image64.png"/><Relationship Id="rId9" Type="http://schemas.openxmlformats.org/officeDocument/2006/relationships/image" Target="../media/image8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32.png"/><Relationship Id="rId7" Type="http://schemas.openxmlformats.org/officeDocument/2006/relationships/image" Target="../media/image64.png"/><Relationship Id="rId8" Type="http://schemas.openxmlformats.org/officeDocument/2006/relationships/image" Target="../media/image8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32.png"/><Relationship Id="rId8" Type="http://schemas.openxmlformats.org/officeDocument/2006/relationships/image" Target="../media/image64.png"/><Relationship Id="rId9" Type="http://schemas.openxmlformats.org/officeDocument/2006/relationships/image" Target="../media/image8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0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64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0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5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32.png"/><Relationship Id="rId7" Type="http://schemas.openxmlformats.org/officeDocument/2006/relationships/image" Target="../media/image64.png"/><Relationship Id="rId8" Type="http://schemas.openxmlformats.org/officeDocument/2006/relationships/image" Target="../media/image114.png"/><Relationship Id="rId9" Type="http://schemas.openxmlformats.org/officeDocument/2006/relationships/image" Target="../media/image76.png"/><Relationship Id="rId10" Type="http://schemas.openxmlformats.org/officeDocument/2006/relationships/image" Target="../media/image1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32.png"/><Relationship Id="rId7" Type="http://schemas.openxmlformats.org/officeDocument/2006/relationships/image" Target="../media/image64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120.png"/><Relationship Id="rId11" Type="http://schemas.openxmlformats.org/officeDocument/2006/relationships/image" Target="../media/image1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2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64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0" Type="http://schemas.openxmlformats.org/officeDocument/2006/relationships/image" Target="../media/image1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7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33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2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6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0.png"/><Relationship Id="rId9" Type="http://schemas.openxmlformats.org/officeDocument/2006/relationships/image" Target="../media/image129.png"/><Relationship Id="rId10" Type="http://schemas.openxmlformats.org/officeDocument/2006/relationships/image" Target="../media/image1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7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3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34.png"/><Relationship Id="rId12" Type="http://schemas.openxmlformats.org/officeDocument/2006/relationships/image" Target="../media/image13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2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64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30.png"/><Relationship Id="rId9" Type="http://schemas.openxmlformats.org/officeDocument/2006/relationships/image" Target="../media/image129.png"/><Relationship Id="rId10" Type="http://schemas.openxmlformats.org/officeDocument/2006/relationships/image" Target="../media/image1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3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32.png"/><Relationship Id="rId7" Type="http://schemas.openxmlformats.org/officeDocument/2006/relationships/image" Target="../media/image64.png"/><Relationship Id="rId8" Type="http://schemas.openxmlformats.org/officeDocument/2006/relationships/image" Target="../media/image14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1625600"/>
            <a:ext cx="16891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934200"/>
            <a:ext cx="6070600" cy="1168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1524000"/>
            <a:ext cx="21082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6896100"/>
            <a:ext cx="7683500" cy="165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9400" y="2844800"/>
            <a:ext cx="165989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49300" y="4495800"/>
            <a:ext cx="173609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7442200"/>
            <a:ext cx="13335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7442200"/>
            <a:ext cx="13335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74422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924300"/>
            <a:ext cx="15290800" cy="527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00" y="2273300"/>
            <a:ext cx="81661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4343400"/>
            <a:ext cx="14859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6680200"/>
            <a:ext cx="14859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8900" y="4889500"/>
            <a:ext cx="6934200" cy="208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8900" y="7289800"/>
            <a:ext cx="7061200" cy="1371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6000" y="6007100"/>
            <a:ext cx="22860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400" y="7594600"/>
            <a:ext cx="11557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6489700"/>
            <a:ext cx="27559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6800" y="8102600"/>
            <a:ext cx="4864100" cy="101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6000" y="4343400"/>
            <a:ext cx="1485900" cy="1219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61400" y="4826000"/>
            <a:ext cx="914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600" y="2286000"/>
            <a:ext cx="8153400" cy="219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2600" y="4635500"/>
            <a:ext cx="141859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39116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4064000"/>
            <a:ext cx="6261100" cy="1206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900" y="6083300"/>
            <a:ext cx="61849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5880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00" y="1993900"/>
            <a:ext cx="8115300" cy="2197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500" y="4902200"/>
            <a:ext cx="5753100" cy="1168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6883400"/>
            <a:ext cx="4318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100" y="2311400"/>
            <a:ext cx="4965700" cy="563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25500"/>
            <a:ext cx="62611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7734300"/>
            <a:ext cx="112268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9300" y="2171700"/>
            <a:ext cx="56388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25500"/>
            <a:ext cx="62611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700" y="2273300"/>
            <a:ext cx="4521200" cy="157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251200"/>
            <a:ext cx="7747000" cy="198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6350000"/>
            <a:ext cx="10998200" cy="332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5334000"/>
            <a:ext cx="56642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800" y="2311400"/>
            <a:ext cx="6172200" cy="439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25500"/>
            <a:ext cx="62611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700" y="2273300"/>
            <a:ext cx="5676900" cy="157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251200"/>
            <a:ext cx="8801100" cy="198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6350000"/>
            <a:ext cx="13614400" cy="332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5334000"/>
            <a:ext cx="56642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0" y="2908300"/>
            <a:ext cx="6172200" cy="464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25500"/>
            <a:ext cx="62611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700" y="2273300"/>
            <a:ext cx="8204200" cy="157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251200"/>
            <a:ext cx="7810500" cy="198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6350000"/>
            <a:ext cx="13081000" cy="332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5334000"/>
            <a:ext cx="56642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600" y="2070100"/>
            <a:ext cx="59055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25500"/>
            <a:ext cx="62611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2273300"/>
            <a:ext cx="6184900" cy="157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251200"/>
            <a:ext cx="8978900" cy="198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6350000"/>
            <a:ext cx="10960100" cy="332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5334000"/>
            <a:ext cx="56642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900" y="3479800"/>
            <a:ext cx="50800" cy="542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4800" y="6464300"/>
            <a:ext cx="2336800" cy="2336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0" y="825500"/>
            <a:ext cx="6261100" cy="1206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00" y="2413000"/>
            <a:ext cx="109601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3035300"/>
            <a:ext cx="4635500" cy="1828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5900" y="3035300"/>
            <a:ext cx="5219700" cy="182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4826000"/>
            <a:ext cx="7099300" cy="3314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4813300"/>
            <a:ext cx="797560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0" y="5448300"/>
            <a:ext cx="3403600" cy="34036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100" y="4229100"/>
            <a:ext cx="6642100" cy="515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2070100"/>
            <a:ext cx="13169900" cy="276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9000" y="4368800"/>
            <a:ext cx="4191000" cy="203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68F64F-63D5-4F28-992D-AA0FBF7DE1B3}"/>
              </a:ext>
            </a:extLst>
          </p:cNvPr>
          <p:cNvSpPr txBox="1"/>
          <p:nvPr/>
        </p:nvSpPr>
        <p:spPr>
          <a:xfrm>
            <a:off x="2368550" y="90540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10"/>
              </a:rPr>
              <a:t>https://naver.me/GBvTec4R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3149600"/>
            <a:ext cx="15925800" cy="271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2400300"/>
            <a:ext cx="34417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00" y="4699000"/>
            <a:ext cx="7112000" cy="3924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3848100"/>
            <a:ext cx="5270500" cy="551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2552700"/>
            <a:ext cx="12992100" cy="264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356100"/>
            <a:ext cx="13538200" cy="464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816600"/>
            <a:ext cx="1333500" cy="58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2425700"/>
            <a:ext cx="106807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2451100"/>
            <a:ext cx="5473700" cy="6172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900" y="6743700"/>
            <a:ext cx="444500" cy="5080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0100" y="5969000"/>
            <a:ext cx="2768600" cy="622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4300" y="4114800"/>
            <a:ext cx="795020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2654300"/>
            <a:ext cx="11252200" cy="3810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4724400"/>
            <a:ext cx="2146300" cy="5080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100" y="2819400"/>
            <a:ext cx="1828800" cy="622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0600" y="6667500"/>
            <a:ext cx="96774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100" y="2819400"/>
            <a:ext cx="2908300" cy="3327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0" y="2324100"/>
            <a:ext cx="6172200" cy="4330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0600" y="6667500"/>
            <a:ext cx="105283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060700"/>
            <a:ext cx="6172200" cy="4775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3009900"/>
            <a:ext cx="647700" cy="6223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4940300"/>
            <a:ext cx="1193800" cy="2336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9600" y="3746500"/>
            <a:ext cx="75946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209800"/>
            <a:ext cx="3505200" cy="7429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200" y="3390900"/>
            <a:ext cx="8648700" cy="1511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5143500"/>
            <a:ext cx="2324100" cy="520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900" y="8509000"/>
            <a:ext cx="1905000" cy="520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9200" y="4660900"/>
            <a:ext cx="4203700" cy="2286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0700" y="6756400"/>
            <a:ext cx="80518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400" y="4648200"/>
            <a:ext cx="8318500" cy="22606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3263900"/>
            <a:ext cx="6172200" cy="4838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000" y="3302000"/>
            <a:ext cx="863600" cy="469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7543800"/>
            <a:ext cx="31369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" y="2235200"/>
            <a:ext cx="6007100" cy="706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5118100"/>
            <a:ext cx="9956800" cy="2260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" y="8128000"/>
            <a:ext cx="1016000" cy="4318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9600" y="3670300"/>
            <a:ext cx="1282700" cy="14605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0700" y="3670300"/>
            <a:ext cx="14478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63800"/>
            <a:ext cx="6172200" cy="6057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9600" y="1866900"/>
            <a:ext cx="10172700" cy="2260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6235700"/>
            <a:ext cx="3238500" cy="508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3644900"/>
            <a:ext cx="1485900" cy="54229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3644900"/>
            <a:ext cx="1536700" cy="54229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644900"/>
            <a:ext cx="1447800" cy="266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69600" y="6375400"/>
            <a:ext cx="3797300" cy="2501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2387600"/>
            <a:ext cx="5105400" cy="27559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900" y="2247900"/>
            <a:ext cx="5105400" cy="2895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5867400"/>
            <a:ext cx="16383000" cy="3009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7400" y="3771900"/>
            <a:ext cx="1460500" cy="1663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4900" y="2946400"/>
            <a:ext cx="469900" cy="5334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641600"/>
            <a:ext cx="2133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2374900"/>
            <a:ext cx="4102100" cy="2286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0" y="4622800"/>
            <a:ext cx="5384800" cy="463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7700" y="4279900"/>
            <a:ext cx="10325100" cy="41148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4978400"/>
            <a:ext cx="558800" cy="5080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600" y="7277100"/>
            <a:ext cx="1714500" cy="4064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7600" y="7708900"/>
            <a:ext cx="19558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2184400"/>
            <a:ext cx="6172200" cy="410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102100"/>
            <a:ext cx="9855200" cy="3670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3937000"/>
            <a:ext cx="4965700" cy="774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5499100"/>
            <a:ext cx="2590800" cy="774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8600" y="6565900"/>
            <a:ext cx="3416300" cy="2819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800" y="7353300"/>
            <a:ext cx="19177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124200"/>
            <a:ext cx="8382000" cy="49276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4508500"/>
            <a:ext cx="1498600" cy="14986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2900" y="4038600"/>
            <a:ext cx="800100" cy="5080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900" y="6819900"/>
            <a:ext cx="3517900" cy="508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1200" y="4292600"/>
            <a:ext cx="98933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4622800"/>
            <a:ext cx="5384800" cy="463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7700" y="4279900"/>
            <a:ext cx="10325100" cy="41148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4978400"/>
            <a:ext cx="558800" cy="508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7600" y="7277100"/>
            <a:ext cx="1714500" cy="4064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600" y="7708900"/>
            <a:ext cx="1955800" cy="4064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8000" y="2209800"/>
            <a:ext cx="43053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2184400"/>
            <a:ext cx="6172200" cy="410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102100"/>
            <a:ext cx="9855200" cy="3670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3937000"/>
            <a:ext cx="4965700" cy="774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5499100"/>
            <a:ext cx="2590800" cy="774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8600" y="6565900"/>
            <a:ext cx="3416300" cy="2819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800" y="7353300"/>
            <a:ext cx="19177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2971800"/>
            <a:ext cx="9385300" cy="509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0" y="4051300"/>
            <a:ext cx="10172700" cy="2921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2900" y="4038600"/>
            <a:ext cx="800100" cy="508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4508500"/>
            <a:ext cx="1498600" cy="14986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400" y="6731000"/>
            <a:ext cx="4851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4622800"/>
            <a:ext cx="5384800" cy="463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7700" y="4279900"/>
            <a:ext cx="10325100" cy="41148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4978400"/>
            <a:ext cx="558800" cy="508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7600" y="7277100"/>
            <a:ext cx="1714500" cy="4064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600" y="7708900"/>
            <a:ext cx="1955800" cy="4064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8000" y="2209800"/>
            <a:ext cx="4305300" cy="24003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8000" y="2209800"/>
            <a:ext cx="43053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2184400"/>
            <a:ext cx="6172200" cy="410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102100"/>
            <a:ext cx="9855200" cy="3670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3937000"/>
            <a:ext cx="4965700" cy="774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5499100"/>
            <a:ext cx="2590800" cy="774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8600" y="6565900"/>
            <a:ext cx="3416300" cy="2819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800" y="7353300"/>
            <a:ext cx="19177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2527300"/>
            <a:ext cx="8978900" cy="523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0" y="4051300"/>
            <a:ext cx="9677400" cy="2921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00" y="3632200"/>
            <a:ext cx="800100" cy="508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4508500"/>
            <a:ext cx="1498600" cy="14986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9500" y="6680200"/>
            <a:ext cx="46228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400" y="5689600"/>
            <a:ext cx="13766800" cy="336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4200" y="2565400"/>
            <a:ext cx="13195300" cy="226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300" y="4889500"/>
            <a:ext cx="12573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273300"/>
            <a:ext cx="7962900" cy="55499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00" y="7188200"/>
            <a:ext cx="4025900" cy="596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78740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700" y="7696200"/>
            <a:ext cx="1305560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102100"/>
            <a:ext cx="142621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7315200"/>
            <a:ext cx="142621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87503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2413000"/>
            <a:ext cx="13881100" cy="264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045200"/>
            <a:ext cx="138811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025900"/>
            <a:ext cx="7493000" cy="300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사용자 지정</PresentationFormat>
  <Paragraphs>1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/>
  <cp:revision>2</cp:revision>
  <dcterms:created xsi:type="dcterms:W3CDTF">2006-08-16T00:00:00Z</dcterms:created>
  <dcterms:modified xsi:type="dcterms:W3CDTF">2025-11-03T13:55:44Z</dcterms:modified>
  <dc:creator/>
  <dc:description/>
</cp:coreProperties>
</file>