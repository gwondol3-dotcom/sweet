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6" d="100"/>
          <a:sy n="66" d="100"/>
        </p:scale>
        <p:origin x="936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27.png"/><Relationship Id="rId8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29.png"/><Relationship Id="rId7" Type="http://schemas.openxmlformats.org/officeDocument/2006/relationships/image" Target="../media/image30.png"/><Relationship Id="rId8" Type="http://schemas.openxmlformats.org/officeDocument/2006/relationships/image" Target="../media/image3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29.png"/><Relationship Id="rId7" Type="http://schemas.openxmlformats.org/officeDocument/2006/relationships/image" Target="../media/image41.png"/><Relationship Id="rId8" Type="http://schemas.openxmlformats.org/officeDocument/2006/relationships/image" Target="../media/image3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42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45.png"/><Relationship Id="rId5" Type="http://schemas.openxmlformats.org/officeDocument/2006/relationships/image" Target="../media/image29.png"/><Relationship Id="rId6" Type="http://schemas.openxmlformats.org/officeDocument/2006/relationships/image" Target="../media/image46.png"/><Relationship Id="rId7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47.png"/><Relationship Id="rId5" Type="http://schemas.openxmlformats.org/officeDocument/2006/relationships/image" Target="../media/image29.png"/><Relationship Id="rId6" Type="http://schemas.openxmlformats.org/officeDocument/2006/relationships/image" Target="../media/image48.png"/><Relationship Id="rId7" Type="http://schemas.openxmlformats.org/officeDocument/2006/relationships/image" Target="../media/image30.png"/><Relationship Id="rId8" Type="http://schemas.openxmlformats.org/officeDocument/2006/relationships/hyperlink" Target="https://youtu.be/-z2Izsyp3os?si=SP0T66-xpxb6Sj0Q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49.png"/><Relationship Id="rId5" Type="http://schemas.openxmlformats.org/officeDocument/2006/relationships/image" Target="../media/image29.png"/><Relationship Id="rId6" Type="http://schemas.openxmlformats.org/officeDocument/2006/relationships/image" Target="../media/image50.png"/><Relationship Id="rId7" Type="http://schemas.openxmlformats.org/officeDocument/2006/relationships/image" Target="../media/image30.png"/><Relationship Id="rId8" Type="http://schemas.openxmlformats.org/officeDocument/2006/relationships/hyperlink" Target="https://youtu.be/pO1r8k8fEi0?si=j09UkkTJnJ2ZcFDx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Relationship Id="rId6" Type="http://schemas.openxmlformats.org/officeDocument/2006/relationships/image" Target="../media/image29.png"/><Relationship Id="rId7" Type="http://schemas.openxmlformats.org/officeDocument/2006/relationships/image" Target="../media/image53.png"/><Relationship Id="rId8" Type="http://schemas.openxmlformats.org/officeDocument/2006/relationships/image" Target="../media/image3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29.png"/><Relationship Id="rId7" Type="http://schemas.openxmlformats.org/officeDocument/2006/relationships/image" Target="../media/image56.png"/><Relationship Id="rId8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29.png"/><Relationship Id="rId7" Type="http://schemas.openxmlformats.org/officeDocument/2006/relationships/image" Target="../media/image59.png"/><Relationship Id="rId8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62.png"/><Relationship Id="rId9" Type="http://schemas.openxmlformats.org/officeDocument/2006/relationships/image" Target="../media/image6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Relationship Id="rId6" Type="http://schemas.openxmlformats.org/officeDocument/2006/relationships/image" Target="../media/image66.png"/><Relationship Id="rId7" Type="http://schemas.openxmlformats.org/officeDocument/2006/relationships/image" Target="../media/image67.png"/><Relationship Id="rId8" Type="http://schemas.openxmlformats.org/officeDocument/2006/relationships/image" Target="../media/image32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3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Relationship Id="rId6" Type="http://schemas.openxmlformats.org/officeDocument/2006/relationships/image" Target="../media/image32.png"/><Relationship Id="rId7" Type="http://schemas.openxmlformats.org/officeDocument/2006/relationships/image" Target="../media/image72.png"/><Relationship Id="rId8" Type="http://schemas.openxmlformats.org/officeDocument/2006/relationships/image" Target="../media/image3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3.png"/><Relationship Id="rId5" Type="http://schemas.openxmlformats.org/officeDocument/2006/relationships/image" Target="../media/image74.png"/><Relationship Id="rId6" Type="http://schemas.openxmlformats.org/officeDocument/2006/relationships/image" Target="../media/image32.png"/><Relationship Id="rId7" Type="http://schemas.openxmlformats.org/officeDocument/2006/relationships/image" Target="../media/image75.png"/><Relationship Id="rId8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76.png"/><Relationship Id="rId5" Type="http://schemas.openxmlformats.org/officeDocument/2006/relationships/image" Target="../media/image77.png"/><Relationship Id="rId6" Type="http://schemas.openxmlformats.org/officeDocument/2006/relationships/image" Target="../media/image78.png"/><Relationship Id="rId7" Type="http://schemas.openxmlformats.org/officeDocument/2006/relationships/image" Target="../media/image32.png"/><Relationship Id="rId8" Type="http://schemas.openxmlformats.org/officeDocument/2006/relationships/image" Target="../media/image79.png"/><Relationship Id="rId9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80.png"/><Relationship Id="rId5" Type="http://schemas.openxmlformats.org/officeDocument/2006/relationships/image" Target="../media/image81.png"/><Relationship Id="rId6" Type="http://schemas.openxmlformats.org/officeDocument/2006/relationships/image" Target="../media/image82.png"/><Relationship Id="rId7" Type="http://schemas.openxmlformats.org/officeDocument/2006/relationships/image" Target="../media/image83.png"/><Relationship Id="rId8" Type="http://schemas.openxmlformats.org/officeDocument/2006/relationships/image" Target="../media/image32.png"/><Relationship Id="rId9" Type="http://schemas.openxmlformats.org/officeDocument/2006/relationships/image" Target="../media/image84.png"/><Relationship Id="rId10" Type="http://schemas.openxmlformats.org/officeDocument/2006/relationships/image" Target="../media/image3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32.png"/><Relationship Id="rId7" Type="http://schemas.openxmlformats.org/officeDocument/2006/relationships/image" Target="../media/image87.png"/><Relationship Id="rId8" Type="http://schemas.openxmlformats.org/officeDocument/2006/relationships/image" Target="../media/image31.png"/><Relationship Id="rId9" Type="http://schemas.openxmlformats.org/officeDocument/2006/relationships/hyperlink" Target="https://drive.google.com/drive/folders/1AUT3OKFDoSpdh2mgmSJhzKsmvc4TwkNS?usp=sharing" TargetMode="External"/><Relationship Id="rId10" Type="http://schemas.openxmlformats.org/officeDocument/2006/relationships/image" Target="../media/image88.png"/><Relationship Id="rId11" Type="http://schemas.openxmlformats.org/officeDocument/2006/relationships/image" Target="../media/image89.png"/><Relationship Id="rId12" Type="http://schemas.openxmlformats.org/officeDocument/2006/relationships/hyperlink" Target="https://gw1.kr/N00cT" TargetMode="External"/><Relationship Id="rId13" Type="http://schemas.openxmlformats.org/officeDocument/2006/relationships/image" Target="../media/image90.png"/><Relationship Id="rId14" Type="http://schemas.openxmlformats.org/officeDocument/2006/relationships/image" Target="../media/image91.png"/><Relationship Id="rId15" Type="http://schemas.openxmlformats.org/officeDocument/2006/relationships/image" Target="../media/image9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3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32.png"/><Relationship Id="rId8" Type="http://schemas.openxmlformats.org/officeDocument/2006/relationships/image" Target="../media/image96.png"/><Relationship Id="rId9" Type="http://schemas.openxmlformats.org/officeDocument/2006/relationships/image" Target="../media/image31.png"/><Relationship Id="rId10" Type="http://schemas.openxmlformats.org/officeDocument/2006/relationships/image" Target="../media/image9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98.png"/><Relationship Id="rId5" Type="http://schemas.openxmlformats.org/officeDocument/2006/relationships/image" Target="../media/image99.png"/><Relationship Id="rId6" Type="http://schemas.openxmlformats.org/officeDocument/2006/relationships/image" Target="../media/image32.png"/><Relationship Id="rId7" Type="http://schemas.openxmlformats.org/officeDocument/2006/relationships/image" Target="../media/image100.png"/><Relationship Id="rId8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1.png"/><Relationship Id="rId5" Type="http://schemas.openxmlformats.org/officeDocument/2006/relationships/image" Target="../media/image102.png"/><Relationship Id="rId6" Type="http://schemas.openxmlformats.org/officeDocument/2006/relationships/image" Target="../media/image32.png"/><Relationship Id="rId7" Type="http://schemas.openxmlformats.org/officeDocument/2006/relationships/image" Target="../media/image103.png"/><Relationship Id="rId8" Type="http://schemas.openxmlformats.org/officeDocument/2006/relationships/image" Target="../media/image3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106.png"/><Relationship Id="rId7" Type="http://schemas.openxmlformats.org/officeDocument/2006/relationships/image" Target="../media/image32.png"/><Relationship Id="rId8" Type="http://schemas.openxmlformats.org/officeDocument/2006/relationships/image" Target="../media/image107.png"/><Relationship Id="rId9" Type="http://schemas.openxmlformats.org/officeDocument/2006/relationships/image" Target="../media/image3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08.png"/><Relationship Id="rId5" Type="http://schemas.openxmlformats.org/officeDocument/2006/relationships/image" Target="../media/image109.png"/><Relationship Id="rId6" Type="http://schemas.openxmlformats.org/officeDocument/2006/relationships/image" Target="../media/image32.png"/><Relationship Id="rId7" Type="http://schemas.openxmlformats.org/officeDocument/2006/relationships/image" Target="../media/image110.png"/><Relationship Id="rId8" Type="http://schemas.openxmlformats.org/officeDocument/2006/relationships/image" Target="../media/image31.png"/><Relationship Id="rId9" Type="http://schemas.openxmlformats.org/officeDocument/2006/relationships/image" Target="../media/image111.png"/><Relationship Id="rId10" Type="http://schemas.openxmlformats.org/officeDocument/2006/relationships/image" Target="../media/image1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3.png"/><Relationship Id="rId5" Type="http://schemas.openxmlformats.org/officeDocument/2006/relationships/image" Target="../media/image112.png"/><Relationship Id="rId6" Type="http://schemas.openxmlformats.org/officeDocument/2006/relationships/image" Target="../media/image114.png"/><Relationship Id="rId7" Type="http://schemas.openxmlformats.org/officeDocument/2006/relationships/image" Target="../media/image115.png"/><Relationship Id="rId8" Type="http://schemas.openxmlformats.org/officeDocument/2006/relationships/image" Target="../media/image116.png"/><Relationship Id="rId9" Type="http://schemas.openxmlformats.org/officeDocument/2006/relationships/image" Target="../media/image117.png"/><Relationship Id="rId10" Type="http://schemas.openxmlformats.org/officeDocument/2006/relationships/image" Target="../media/image32.png"/><Relationship Id="rId11" Type="http://schemas.openxmlformats.org/officeDocument/2006/relationships/image" Target="../media/image118.png"/><Relationship Id="rId12" Type="http://schemas.openxmlformats.org/officeDocument/2006/relationships/image" Target="../media/image31.png"/><Relationship Id="rId13" Type="http://schemas.openxmlformats.org/officeDocument/2006/relationships/image" Target="../media/image119.png"/><Relationship Id="rId14" Type="http://schemas.openxmlformats.org/officeDocument/2006/relationships/image" Target="../media/image1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21.png"/><Relationship Id="rId5" Type="http://schemas.openxmlformats.org/officeDocument/2006/relationships/image" Target="../media/image122.png"/><Relationship Id="rId6" Type="http://schemas.openxmlformats.org/officeDocument/2006/relationships/image" Target="../media/image123.png"/><Relationship Id="rId7" Type="http://schemas.openxmlformats.org/officeDocument/2006/relationships/image" Target="../media/image32.png"/><Relationship Id="rId8" Type="http://schemas.openxmlformats.org/officeDocument/2006/relationships/image" Target="../media/image124.png"/><Relationship Id="rId9" Type="http://schemas.openxmlformats.org/officeDocument/2006/relationships/image" Target="../media/image31.png"/><Relationship Id="rId10" Type="http://schemas.openxmlformats.org/officeDocument/2006/relationships/image" Target="../media/image12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26.png"/><Relationship Id="rId5" Type="http://schemas.openxmlformats.org/officeDocument/2006/relationships/image" Target="../media/image127.png"/><Relationship Id="rId6" Type="http://schemas.openxmlformats.org/officeDocument/2006/relationships/image" Target="../media/image128.png"/><Relationship Id="rId7" Type="http://schemas.openxmlformats.org/officeDocument/2006/relationships/image" Target="../media/image32.png"/><Relationship Id="rId8" Type="http://schemas.openxmlformats.org/officeDocument/2006/relationships/image" Target="../media/image129.png"/><Relationship Id="rId9" Type="http://schemas.openxmlformats.org/officeDocument/2006/relationships/image" Target="../media/image31.png"/><Relationship Id="rId10" Type="http://schemas.openxmlformats.org/officeDocument/2006/relationships/image" Target="../media/image13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31.png"/><Relationship Id="rId5" Type="http://schemas.openxmlformats.org/officeDocument/2006/relationships/image" Target="../media/image132.png"/><Relationship Id="rId6" Type="http://schemas.openxmlformats.org/officeDocument/2006/relationships/image" Target="../media/image133.png"/><Relationship Id="rId7" Type="http://schemas.openxmlformats.org/officeDocument/2006/relationships/image" Target="../media/image32.png"/><Relationship Id="rId8" Type="http://schemas.openxmlformats.org/officeDocument/2006/relationships/image" Target="../media/image134.png"/><Relationship Id="rId9" Type="http://schemas.openxmlformats.org/officeDocument/2006/relationships/image" Target="../media/image3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35.png"/><Relationship Id="rId5" Type="http://schemas.openxmlformats.org/officeDocument/2006/relationships/image" Target="../media/image136.png"/><Relationship Id="rId6" Type="http://schemas.openxmlformats.org/officeDocument/2006/relationships/image" Target="../media/image137.png"/><Relationship Id="rId7" Type="http://schemas.openxmlformats.org/officeDocument/2006/relationships/image" Target="../media/image138.png"/><Relationship Id="rId8" Type="http://schemas.openxmlformats.org/officeDocument/2006/relationships/image" Target="../media/image139.png"/><Relationship Id="rId9" Type="http://schemas.openxmlformats.org/officeDocument/2006/relationships/image" Target="../media/image140.png"/><Relationship Id="rId10" Type="http://schemas.openxmlformats.org/officeDocument/2006/relationships/image" Target="../media/image112.png"/><Relationship Id="rId11" Type="http://schemas.openxmlformats.org/officeDocument/2006/relationships/image" Target="../media/image32.png"/><Relationship Id="rId12" Type="http://schemas.openxmlformats.org/officeDocument/2006/relationships/image" Target="../media/image141.png"/><Relationship Id="rId13" Type="http://schemas.openxmlformats.org/officeDocument/2006/relationships/image" Target="../media/image31.png"/><Relationship Id="rId14" Type="http://schemas.openxmlformats.org/officeDocument/2006/relationships/image" Target="../media/image14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43.png"/><Relationship Id="rId5" Type="http://schemas.openxmlformats.org/officeDocument/2006/relationships/image" Target="../media/image144.png"/><Relationship Id="rId6" Type="http://schemas.openxmlformats.org/officeDocument/2006/relationships/image" Target="../media/image145.png"/><Relationship Id="rId7" Type="http://schemas.openxmlformats.org/officeDocument/2006/relationships/image" Target="../media/image32.png"/><Relationship Id="rId8" Type="http://schemas.openxmlformats.org/officeDocument/2006/relationships/image" Target="../media/image146.png"/><Relationship Id="rId9" Type="http://schemas.openxmlformats.org/officeDocument/2006/relationships/image" Target="../media/image31.png"/><Relationship Id="rId10" Type="http://schemas.openxmlformats.org/officeDocument/2006/relationships/image" Target="../media/image147.png"/><Relationship Id="rId11" Type="http://schemas.openxmlformats.org/officeDocument/2006/relationships/image" Target="../media/image148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49.png"/><Relationship Id="rId5" Type="http://schemas.openxmlformats.org/officeDocument/2006/relationships/image" Target="../media/image150.png"/><Relationship Id="rId6" Type="http://schemas.openxmlformats.org/officeDocument/2006/relationships/image" Target="../media/image32.png"/><Relationship Id="rId7" Type="http://schemas.openxmlformats.org/officeDocument/2006/relationships/image" Target="../media/image151.png"/><Relationship Id="rId8" Type="http://schemas.openxmlformats.org/officeDocument/2006/relationships/image" Target="../media/image31.png"/><Relationship Id="rId9" Type="http://schemas.openxmlformats.org/officeDocument/2006/relationships/image" Target="../media/image15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53.png"/><Relationship Id="rId5" Type="http://schemas.openxmlformats.org/officeDocument/2006/relationships/image" Target="../media/image154.png"/><Relationship Id="rId6" Type="http://schemas.openxmlformats.org/officeDocument/2006/relationships/image" Target="../media/image32.png"/><Relationship Id="rId7" Type="http://schemas.openxmlformats.org/officeDocument/2006/relationships/image" Target="../media/image155.png"/><Relationship Id="rId8" Type="http://schemas.openxmlformats.org/officeDocument/2006/relationships/image" Target="../media/image31.png"/><Relationship Id="rId9" Type="http://schemas.openxmlformats.org/officeDocument/2006/relationships/image" Target="../media/image15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57.png"/><Relationship Id="rId5" Type="http://schemas.openxmlformats.org/officeDocument/2006/relationships/image" Target="../media/image158.png"/><Relationship Id="rId6" Type="http://schemas.openxmlformats.org/officeDocument/2006/relationships/image" Target="../media/image32.png"/><Relationship Id="rId7" Type="http://schemas.openxmlformats.org/officeDocument/2006/relationships/image" Target="../media/image159.png"/><Relationship Id="rId8" Type="http://schemas.openxmlformats.org/officeDocument/2006/relationships/image" Target="../media/image31.png"/><Relationship Id="rId9" Type="http://schemas.openxmlformats.org/officeDocument/2006/relationships/image" Target="../media/image160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61.png"/><Relationship Id="rId5" Type="http://schemas.openxmlformats.org/officeDocument/2006/relationships/image" Target="../media/image162.png"/><Relationship Id="rId6" Type="http://schemas.openxmlformats.org/officeDocument/2006/relationships/image" Target="../media/image32.png"/><Relationship Id="rId7" Type="http://schemas.openxmlformats.org/officeDocument/2006/relationships/image" Target="../media/image31.png"/><Relationship Id="rId8" Type="http://schemas.openxmlformats.org/officeDocument/2006/relationships/image" Target="../media/image163.png"/><Relationship Id="rId9" Type="http://schemas.openxmlformats.org/officeDocument/2006/relationships/image" Target="../media/image16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64.png"/><Relationship Id="rId5" Type="http://schemas.openxmlformats.org/officeDocument/2006/relationships/image" Target="../media/image165.png"/><Relationship Id="rId6" Type="http://schemas.openxmlformats.org/officeDocument/2006/relationships/image" Target="../media/image32.png"/><Relationship Id="rId7" Type="http://schemas.openxmlformats.org/officeDocument/2006/relationships/image" Target="../media/image166.png"/><Relationship Id="rId8" Type="http://schemas.openxmlformats.org/officeDocument/2006/relationships/image" Target="../media/image31.png"/><Relationship Id="rId9" Type="http://schemas.openxmlformats.org/officeDocument/2006/relationships/image" Target="../media/image167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65.png"/><Relationship Id="rId5" Type="http://schemas.openxmlformats.org/officeDocument/2006/relationships/image" Target="../media/image168.png"/><Relationship Id="rId6" Type="http://schemas.openxmlformats.org/officeDocument/2006/relationships/image" Target="../media/image32.png"/><Relationship Id="rId7" Type="http://schemas.openxmlformats.org/officeDocument/2006/relationships/image" Target="../media/image169.png"/><Relationship Id="rId8" Type="http://schemas.openxmlformats.org/officeDocument/2006/relationships/image" Target="../media/image31.png"/><Relationship Id="rId9" Type="http://schemas.openxmlformats.org/officeDocument/2006/relationships/image" Target="../media/image17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71.png"/><Relationship Id="rId5" Type="http://schemas.openxmlformats.org/officeDocument/2006/relationships/image" Target="../media/image172.png"/><Relationship Id="rId6" Type="http://schemas.openxmlformats.org/officeDocument/2006/relationships/image" Target="../media/image32.png"/><Relationship Id="rId7" Type="http://schemas.openxmlformats.org/officeDocument/2006/relationships/image" Target="../media/image173.png"/><Relationship Id="rId8" Type="http://schemas.openxmlformats.org/officeDocument/2006/relationships/image" Target="../media/image31.png"/><Relationship Id="rId9" Type="http://schemas.openxmlformats.org/officeDocument/2006/relationships/image" Target="../media/image17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75.png"/><Relationship Id="rId5" Type="http://schemas.openxmlformats.org/officeDocument/2006/relationships/image" Target="../media/image176.png"/><Relationship Id="rId6" Type="http://schemas.openxmlformats.org/officeDocument/2006/relationships/image" Target="../media/image177.png"/><Relationship Id="rId7" Type="http://schemas.openxmlformats.org/officeDocument/2006/relationships/image" Target="../media/image32.png"/><Relationship Id="rId8" Type="http://schemas.openxmlformats.org/officeDocument/2006/relationships/image" Target="../media/image178.png"/><Relationship Id="rId9" Type="http://schemas.openxmlformats.org/officeDocument/2006/relationships/image" Target="../media/image31.png"/><Relationship Id="rId10" Type="http://schemas.openxmlformats.org/officeDocument/2006/relationships/image" Target="../media/image17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76.png"/><Relationship Id="rId5" Type="http://schemas.openxmlformats.org/officeDocument/2006/relationships/image" Target="../media/image180.png"/><Relationship Id="rId6" Type="http://schemas.openxmlformats.org/officeDocument/2006/relationships/image" Target="../media/image32.png"/><Relationship Id="rId7" Type="http://schemas.openxmlformats.org/officeDocument/2006/relationships/image" Target="../media/image181.png"/><Relationship Id="rId8" Type="http://schemas.openxmlformats.org/officeDocument/2006/relationships/image" Target="../media/image31.png"/><Relationship Id="rId9" Type="http://schemas.openxmlformats.org/officeDocument/2006/relationships/image" Target="../media/image182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77.png"/><Relationship Id="rId5" Type="http://schemas.openxmlformats.org/officeDocument/2006/relationships/image" Target="../media/image183.png"/><Relationship Id="rId6" Type="http://schemas.openxmlformats.org/officeDocument/2006/relationships/image" Target="../media/image184.png"/><Relationship Id="rId7" Type="http://schemas.openxmlformats.org/officeDocument/2006/relationships/image" Target="../media/image185.png"/><Relationship Id="rId8" Type="http://schemas.openxmlformats.org/officeDocument/2006/relationships/image" Target="../media/image186.png"/><Relationship Id="rId9" Type="http://schemas.openxmlformats.org/officeDocument/2006/relationships/image" Target="../media/image32.png"/><Relationship Id="rId10" Type="http://schemas.openxmlformats.org/officeDocument/2006/relationships/image" Target="../media/image187.png"/><Relationship Id="rId11" Type="http://schemas.openxmlformats.org/officeDocument/2006/relationships/image" Target="../media/image31.png"/><Relationship Id="rId12" Type="http://schemas.openxmlformats.org/officeDocument/2006/relationships/image" Target="../media/image188.png"/><Relationship Id="rId13" Type="http://schemas.openxmlformats.org/officeDocument/2006/relationships/image" Target="../media/image189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90.png"/><Relationship Id="rId5" Type="http://schemas.openxmlformats.org/officeDocument/2006/relationships/image" Target="../media/image165.png"/><Relationship Id="rId6" Type="http://schemas.openxmlformats.org/officeDocument/2006/relationships/image" Target="../media/image32.png"/><Relationship Id="rId7" Type="http://schemas.openxmlformats.org/officeDocument/2006/relationships/image" Target="../media/image191.png"/><Relationship Id="rId8" Type="http://schemas.openxmlformats.org/officeDocument/2006/relationships/image" Target="../media/image31.png"/><Relationship Id="rId9" Type="http://schemas.openxmlformats.org/officeDocument/2006/relationships/image" Target="../media/image19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93.png"/><Relationship Id="rId5" Type="http://schemas.openxmlformats.org/officeDocument/2006/relationships/image" Target="../media/image32.png"/><Relationship Id="rId6" Type="http://schemas.openxmlformats.org/officeDocument/2006/relationships/image" Target="../media/image194.png"/><Relationship Id="rId7" Type="http://schemas.openxmlformats.org/officeDocument/2006/relationships/image" Target="../media/image31.png"/><Relationship Id="rId8" Type="http://schemas.openxmlformats.org/officeDocument/2006/relationships/image" Target="../media/image195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45.png"/><Relationship Id="rId5" Type="http://schemas.openxmlformats.org/officeDocument/2006/relationships/image" Target="../media/image196.png"/><Relationship Id="rId6" Type="http://schemas.openxmlformats.org/officeDocument/2006/relationships/image" Target="../media/image197.png"/><Relationship Id="rId7" Type="http://schemas.openxmlformats.org/officeDocument/2006/relationships/image" Target="../media/image198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9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879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9400" y="1625600"/>
            <a:ext cx="1689100" cy="1689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8800" y="6934200"/>
            <a:ext cx="6070600" cy="1168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6200" y="1524000"/>
            <a:ext cx="2108200" cy="1498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86300" y="6896100"/>
            <a:ext cx="7239000" cy="16383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79400" y="2844800"/>
            <a:ext cx="16598900" cy="19558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876300" y="4495800"/>
            <a:ext cx="17551400" cy="2489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0" y="1549400"/>
            <a:ext cx="12065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2200" y="5029200"/>
            <a:ext cx="3263900" cy="685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300" y="5029200"/>
            <a:ext cx="3263900" cy="685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5000" y="7442200"/>
            <a:ext cx="1333500" cy="1333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91100" y="7442200"/>
            <a:ext cx="1333500" cy="1333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77200" y="7442200"/>
            <a:ext cx="1333500" cy="1333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4900" y="3924300"/>
            <a:ext cx="15290800" cy="5270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30700" y="2273300"/>
            <a:ext cx="8166100" cy="2197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82700" y="4343400"/>
            <a:ext cx="1485900" cy="12192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57300" y="7137400"/>
            <a:ext cx="1485900" cy="12192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58900" y="4914900"/>
            <a:ext cx="7010400" cy="2438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2400" y="7632700"/>
            <a:ext cx="7035800" cy="1727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636000" y="6007100"/>
            <a:ext cx="2286000" cy="1219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661400" y="7594600"/>
            <a:ext cx="1155700" cy="12192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648700" y="6489700"/>
            <a:ext cx="3111500" cy="10160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86800" y="8102600"/>
            <a:ext cx="4864100" cy="10160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636000" y="4343400"/>
            <a:ext cx="1485900" cy="12192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8661400" y="4826000"/>
            <a:ext cx="914400" cy="723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0" y="1549400"/>
            <a:ext cx="12065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2200" y="5029200"/>
            <a:ext cx="3263900" cy="685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8300" y="5029200"/>
            <a:ext cx="3263900" cy="685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2600" y="2286000"/>
            <a:ext cx="8153400" cy="2197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93900" y="4165600"/>
            <a:ext cx="13360400" cy="2578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0700" y="1549400"/>
            <a:ext cx="1206500" cy="1206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71700" y="3911600"/>
            <a:ext cx="2387600" cy="168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35500" y="4076700"/>
            <a:ext cx="5118100" cy="1193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0900" y="6083300"/>
            <a:ext cx="77470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1700" y="5880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5600" y="1993900"/>
            <a:ext cx="8115300" cy="2197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35500" y="4902200"/>
            <a:ext cx="10236200" cy="11938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10100" y="6870700"/>
            <a:ext cx="7810500" cy="1562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4356100"/>
            <a:ext cx="6172200" cy="4127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0" y="4368800"/>
            <a:ext cx="8229600" cy="2514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25500"/>
            <a:ext cx="5118100" cy="1193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8400" y="2273300"/>
            <a:ext cx="11214100" cy="1968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546600"/>
            <a:ext cx="8572500" cy="25146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91800" y="2209800"/>
            <a:ext cx="6019800" cy="7531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2514600"/>
            <a:ext cx="9486900" cy="2641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825500"/>
            <a:ext cx="5118100" cy="1193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4200" y="6184900"/>
            <a:ext cx="5562600" cy="3390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0" y="825500"/>
            <a:ext cx="5118100" cy="1193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4800" y="2438400"/>
            <a:ext cx="3378200" cy="1346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1800" y="3467100"/>
            <a:ext cx="14439900" cy="3289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546600"/>
            <a:ext cx="14262100" cy="1816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19200" y="2578100"/>
            <a:ext cx="14478000" cy="2641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25500"/>
            <a:ext cx="5118100" cy="1193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2200" y="3505200"/>
            <a:ext cx="11010900" cy="58293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6500" y="2476500"/>
            <a:ext cx="14909800" cy="1358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25500"/>
            <a:ext cx="5118100" cy="1193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BF0083E-8965-4750-987C-DD17C39934F7}"/>
              </a:ext>
            </a:extLst>
          </p:cNvPr>
          <p:cNvSpPr txBox="1"/>
          <p:nvPr/>
        </p:nvSpPr>
        <p:spPr>
          <a:xfrm>
            <a:off x="3632200" y="9434161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8"/>
              </a:rPr>
              <a:t>https://youtu.be/-z2Izsyp3os?si=SP0T66-xpxb6Sj0Q</a:t>
            </a:r>
            <a:endParaRPr lang="ko-KR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42595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5400" y="3594100"/>
            <a:ext cx="10553700" cy="5054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1900" y="2476500"/>
            <a:ext cx="15367000" cy="1358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825500"/>
            <a:ext cx="5118100" cy="11938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50777B9-8074-4E0F-9D85-9BD75649DEB4}"/>
              </a:ext>
            </a:extLst>
          </p:cNvPr>
          <p:cNvSpPr txBox="1"/>
          <p:nvPr/>
        </p:nvSpPr>
        <p:spPr>
          <a:xfrm>
            <a:off x="3824514" y="8770977"/>
            <a:ext cx="9267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linkClick r:id="rId8"/>
              </a:rPr>
              <a:t>https://youtu.be/pO1r8k8fEi0?si=j09UkkTJnJ2ZcFDx</a:t>
            </a:r>
            <a:endParaRPr lang="ko-KR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3300" y="3517900"/>
            <a:ext cx="6172200" cy="61722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3200" y="3530600"/>
            <a:ext cx="6172200" cy="6172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7500" y="2514600"/>
            <a:ext cx="10274300" cy="2032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825500"/>
            <a:ext cx="5118100" cy="1193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7100" y="3416300"/>
            <a:ext cx="6172200" cy="61722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8600" y="3416300"/>
            <a:ext cx="6172200" cy="6172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7500" y="2514600"/>
            <a:ext cx="10274300" cy="2032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825500"/>
            <a:ext cx="5118100" cy="1193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3492500"/>
            <a:ext cx="6172200" cy="61722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05900" y="3492500"/>
            <a:ext cx="6172200" cy="6172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600" y="673100"/>
            <a:ext cx="2387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7500" y="2514600"/>
            <a:ext cx="10274300" cy="2032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0" y="825500"/>
            <a:ext cx="5118100" cy="1193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5829300"/>
            <a:ext cx="1765300" cy="17653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0800" y="4572000"/>
            <a:ext cx="6172200" cy="45466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4100" y="2108200"/>
            <a:ext cx="14744700" cy="3403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30300" y="4737100"/>
            <a:ext cx="4191000" cy="2032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300" y="6769100"/>
            <a:ext cx="2743200" cy="27432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01500" y="6769100"/>
            <a:ext cx="2743200" cy="27432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02000" y="6769100"/>
            <a:ext cx="2324100" cy="29083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9200" y="6769100"/>
            <a:ext cx="2324100" cy="2908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1400" y="3517900"/>
            <a:ext cx="15976600" cy="40513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3300" y="2400300"/>
            <a:ext cx="3441700" cy="1689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36700" y="4699000"/>
            <a:ext cx="7112000" cy="39243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800" y="3848100"/>
            <a:ext cx="5270500" cy="5511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25600" y="2552700"/>
            <a:ext cx="12992100" cy="2641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4356100"/>
            <a:ext cx="13538200" cy="4648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0" y="5816600"/>
            <a:ext cx="1333500" cy="584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200" y="2425700"/>
            <a:ext cx="10680700" cy="1371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3594100"/>
            <a:ext cx="5537200" cy="6172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9900" y="7759700"/>
            <a:ext cx="825500" cy="838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7137400"/>
            <a:ext cx="2768600" cy="622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73200" y="2425700"/>
            <a:ext cx="13550900" cy="1371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400" y="3314700"/>
            <a:ext cx="6172200" cy="60706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0700" y="3467100"/>
            <a:ext cx="6172200" cy="509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6731000"/>
            <a:ext cx="1612900" cy="965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3100" y="3225800"/>
            <a:ext cx="825500" cy="495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2500" y="2133600"/>
            <a:ext cx="15113000" cy="1866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300" y="5664200"/>
            <a:ext cx="10629900" cy="27686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11100" y="8407400"/>
            <a:ext cx="3517900" cy="1231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200" y="2501900"/>
            <a:ext cx="15278100" cy="2032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  <p:pic>
        <p:nvPicPr>
          <p:cNvPr id="11" name="Picture 11">
            <a:hlinkClick r:id="rId9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22400" y="4483100"/>
            <a:ext cx="14846300" cy="1663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11"/>
          <a:srcRect b="58750"/>
          <a:stretch/>
        </p:blipFill>
        <p:spPr>
          <a:xfrm>
            <a:off x="1409700" y="3619500"/>
            <a:ext cx="5803900" cy="838200"/>
          </a:xfrm>
          <a:prstGeom prst="rect">
            <a:avLst/>
          </a:prstGeom>
        </p:spPr>
      </p:pic>
      <p:pic>
        <p:nvPicPr>
          <p:cNvPr id="13" name="Picture 13">
            <a:hlinkClick r:id="rId12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422400" y="6654800"/>
            <a:ext cx="4064000" cy="11430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14"/>
          <a:srcRect b="55085"/>
          <a:stretch/>
        </p:blipFill>
        <p:spPr>
          <a:xfrm>
            <a:off x="1435100" y="6032500"/>
            <a:ext cx="2641600" cy="673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22400" y="8851900"/>
            <a:ext cx="110236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2600" y="3987800"/>
            <a:ext cx="7061200" cy="5753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3000" y="5143500"/>
            <a:ext cx="965200" cy="495300"/>
          </a:xfrm>
          <a:prstGeom prst="rect">
            <a:avLst/>
          </a:prstGeom>
        </p:spPr>
      </p:pic>
      <p:grpSp>
        <p:nvGrpSpPr>
          <p:cNvPr id="7" name="Group 7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2100" y="3987800"/>
            <a:ext cx="6172200" cy="4648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2108200"/>
            <a:ext cx="13398500" cy="1968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474700" y="8204200"/>
            <a:ext cx="12319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8400" y="3670300"/>
            <a:ext cx="9029700" cy="596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4826000"/>
            <a:ext cx="1511300" cy="1651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500" y="1981200"/>
            <a:ext cx="14947900" cy="2578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8800" y="3746500"/>
            <a:ext cx="12090400" cy="54229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0600" y="3721100"/>
            <a:ext cx="1511300" cy="673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200" y="2413000"/>
            <a:ext cx="11772900" cy="2032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800" y="3263900"/>
            <a:ext cx="7759700" cy="5981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10800" y="4292600"/>
            <a:ext cx="1270000" cy="546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9500" y="3556000"/>
            <a:ext cx="749300" cy="609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200" y="2209800"/>
            <a:ext cx="15735300" cy="2032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700" y="3810000"/>
            <a:ext cx="9321800" cy="6096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100" y="4927600"/>
            <a:ext cx="1295400" cy="1524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5200" y="2146300"/>
            <a:ext cx="15608300" cy="2641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8300" y="3810000"/>
            <a:ext cx="8750300" cy="6096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684500" y="3784600"/>
            <a:ext cx="1143000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0" y="3822700"/>
            <a:ext cx="8712200" cy="5918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9100" y="8255000"/>
            <a:ext cx="1143000" cy="533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8800" y="4724400"/>
            <a:ext cx="2616200" cy="685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-3780000">
            <a:off x="7848600" y="5651500"/>
            <a:ext cx="952500" cy="7747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89000" y="3695700"/>
            <a:ext cx="2844800" cy="61722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703300" y="9169400"/>
            <a:ext cx="2616200" cy="685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56900" y="4495800"/>
            <a:ext cx="1917700" cy="19177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5200" y="2146300"/>
            <a:ext cx="15862300" cy="2641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677400" y="6540500"/>
            <a:ext cx="4216400" cy="3937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626600" y="3746500"/>
            <a:ext cx="4089400" cy="13208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6500" y="4152900"/>
            <a:ext cx="9067800" cy="51943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90200" y="4152900"/>
            <a:ext cx="6172200" cy="3721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9000" y="7505700"/>
            <a:ext cx="5461000" cy="660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9800" y="2133600"/>
            <a:ext cx="12522200" cy="19685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947400" y="7645400"/>
            <a:ext cx="5600700" cy="20447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0" y="3683000"/>
            <a:ext cx="4203700" cy="4953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6159500"/>
            <a:ext cx="3822700" cy="9652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74600" y="3683000"/>
            <a:ext cx="4051300" cy="3009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200" y="2349500"/>
            <a:ext cx="14973300" cy="1371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44600" y="3746500"/>
            <a:ext cx="7277100" cy="25654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grpSp>
        <p:nvGrpSpPr>
          <p:cNvPr id="5" name="Group 5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6700" y="4914900"/>
            <a:ext cx="3949700" cy="35687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4200" y="7353300"/>
            <a:ext cx="3454400" cy="8763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5100" y="4191000"/>
            <a:ext cx="4229100" cy="50292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3800" y="2057400"/>
            <a:ext cx="13830300" cy="1968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400" y="4521200"/>
            <a:ext cx="2794000" cy="5232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40200" y="4546600"/>
            <a:ext cx="6172200" cy="43688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39400" y="4610100"/>
            <a:ext cx="6172200" cy="4254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68400" y="9118600"/>
            <a:ext cx="787400" cy="7112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8000" y="4838700"/>
            <a:ext cx="1625600" cy="609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02100" y="4876800"/>
            <a:ext cx="1714500" cy="5334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64900" y="4991100"/>
            <a:ext cx="1143000" cy="5334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6500" y="2209800"/>
            <a:ext cx="15189200" cy="32512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50400" y="8915400"/>
            <a:ext cx="6654800" cy="10668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987800"/>
            <a:ext cx="6172200" cy="27686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3911600"/>
            <a:ext cx="6172200" cy="5575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8400" y="3886200"/>
            <a:ext cx="939800" cy="50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49200" y="3835400"/>
            <a:ext cx="939800" cy="508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3800" y="2451100"/>
            <a:ext cx="14922500" cy="18669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12500" y="5562600"/>
            <a:ext cx="5803900" cy="29845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41100" y="7975600"/>
            <a:ext cx="5092700" cy="9779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2300" y="3327400"/>
            <a:ext cx="6172200" cy="6121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5100" y="7315200"/>
            <a:ext cx="7708900" cy="2120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900" y="2336800"/>
            <a:ext cx="15113000" cy="2641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600" y="3949700"/>
            <a:ext cx="7175500" cy="25654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2700" y="6146800"/>
            <a:ext cx="7670800" cy="21082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2500" y="4381500"/>
            <a:ext cx="6172200" cy="29718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400" y="2324100"/>
            <a:ext cx="15113000" cy="2641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600" y="4178300"/>
            <a:ext cx="7175500" cy="1587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88500" y="5511800"/>
            <a:ext cx="6172200" cy="26035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3200" y="5981700"/>
            <a:ext cx="7327900" cy="1905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400" y="2374900"/>
            <a:ext cx="14122400" cy="2641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600" y="4152900"/>
            <a:ext cx="7175500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3700" y="6045200"/>
            <a:ext cx="7213600" cy="19558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9300" y="5689600"/>
            <a:ext cx="6172200" cy="2501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1400" y="2374900"/>
            <a:ext cx="14122400" cy="2641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4600" y="4152900"/>
            <a:ext cx="7175500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600" y="3683000"/>
            <a:ext cx="6172200" cy="55245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4700" y="6261100"/>
            <a:ext cx="4229100" cy="2743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000" y="2222500"/>
            <a:ext cx="15735300" cy="2032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3568700"/>
            <a:ext cx="8978900" cy="25654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9600" y="6248400"/>
            <a:ext cx="4229100" cy="27432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900" y="3924300"/>
            <a:ext cx="8001000" cy="28194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600" y="2159000"/>
            <a:ext cx="15278100" cy="1358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6300" y="3378200"/>
            <a:ext cx="6654800" cy="2082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1400" y="3035300"/>
            <a:ext cx="10312400" cy="32131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2100" y="3390900"/>
            <a:ext cx="4000500" cy="255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6000" y="2222500"/>
            <a:ext cx="15735300" cy="2032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2700" y="6121400"/>
            <a:ext cx="14998700" cy="45466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9800" y="6832600"/>
            <a:ext cx="4445000" cy="16002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5000" y="6832600"/>
            <a:ext cx="4445000" cy="16002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2900" y="4013200"/>
            <a:ext cx="4292600" cy="2730500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2000" y="4013200"/>
            <a:ext cx="4267200" cy="27305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6000" y="2159000"/>
            <a:ext cx="15494000" cy="26416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06500" y="8750300"/>
            <a:ext cx="10629900" cy="11049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8400" y="3213100"/>
            <a:ext cx="3035300" cy="19304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0300" y="3086100"/>
            <a:ext cx="7747000" cy="5537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300" y="2159000"/>
            <a:ext cx="11531600" cy="13589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3600" y="5219700"/>
            <a:ext cx="16027400" cy="55372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500" y="3403600"/>
            <a:ext cx="3098800" cy="19812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9400" y="3086100"/>
            <a:ext cx="8813800" cy="6261100"/>
          </a:xfrm>
          <a:prstGeom prst="rect">
            <a:avLst/>
          </a:prstGeom>
        </p:spPr>
      </p:pic>
      <p:grpSp>
        <p:nvGrpSpPr>
          <p:cNvPr id="8" name="Group 8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3378200"/>
            <a:ext cx="3543300" cy="2692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5308600"/>
            <a:ext cx="1600200" cy="508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60000">
            <a:off x="11391900" y="4826000"/>
            <a:ext cx="596900" cy="4826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-60000">
            <a:off x="11391900" y="6070600"/>
            <a:ext cx="596900" cy="482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3300" y="2159000"/>
            <a:ext cx="11531600" cy="1358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00100" y="6604000"/>
            <a:ext cx="7277100" cy="3022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026900" y="4610100"/>
            <a:ext cx="4394200" cy="673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026900" y="5842000"/>
            <a:ext cx="4394200" cy="6731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0" y="3911600"/>
            <a:ext cx="5702300" cy="5372100"/>
          </a:xfrm>
          <a:prstGeom prst="rect">
            <a:avLst/>
          </a:prstGeom>
        </p:spPr>
      </p:pic>
      <p:grpSp>
        <p:nvGrpSpPr>
          <p:cNvPr id="6" name="Group 6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70100" y="3924300"/>
            <a:ext cx="4229100" cy="2743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300" y="2159000"/>
            <a:ext cx="12966700" cy="19685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8400" y="6972300"/>
            <a:ext cx="8343900" cy="25654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>
            <a:off x="2147483647" y="2147483647"/>
            <a:ext cx="2147483647" cy="2147483647"/>
            <a:chOff x="0" y="0"/>
            <a:chExt cx="0" cy="0"/>
          </a:xfrm>
        </p:grpSpPr>
      </p:grp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9000" y="3835400"/>
            <a:ext cx="7581900" cy="5334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26416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300" y="2438400"/>
            <a:ext cx="15240000" cy="13589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600" y="863600"/>
            <a:ext cx="7747000" cy="1778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3100" y="8382000"/>
            <a:ext cx="4000500" cy="8636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4102100"/>
            <a:ext cx="14262100" cy="18161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200" y="7315200"/>
            <a:ext cx="14262100" cy="18161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00" y="673100"/>
            <a:ext cx="4013200" cy="16891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9800" y="2413000"/>
            <a:ext cx="14871700" cy="2641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6108700"/>
            <a:ext cx="15443200" cy="2032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4368800" y="-3505200"/>
            <a:ext cx="9537700" cy="174752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" y="596900"/>
            <a:ext cx="16192500" cy="1498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0800" y="4025900"/>
            <a:ext cx="7493000" cy="3009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22</Words>
  <Application>Microsoft Office PowerPoint</Application>
  <PresentationFormat>사용자 지정</PresentationFormat>
  <Paragraphs>2</Paragraphs>
  <Slides>45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45</vt:i4>
      </vt:variant>
    </vt:vector>
  </HeadingPairs>
  <TitlesOfParts>
    <vt:vector size="4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/>
  <cp:revision>3</cp:revision>
  <dcterms:created xsi:type="dcterms:W3CDTF">2006-08-16T00:00:00Z</dcterms:created>
  <dcterms:modified xsi:type="dcterms:W3CDTF">2025-11-03T13:48:57Z</dcterms:modified>
  <dc:creator/>
  <dc:description/>
</cp:coreProperties>
</file>