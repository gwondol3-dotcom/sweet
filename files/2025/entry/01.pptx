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9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7.png"/><Relationship Id="rId8" Type="http://schemas.openxmlformats.org/officeDocument/2006/relationships/hyperlink" Target="https://youtu.be/KUDlsBRymYU?si=xCrgekKpcXe7rgP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5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5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6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6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7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7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7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7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8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8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8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9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10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10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10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1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1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1625600"/>
            <a:ext cx="16891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934200"/>
            <a:ext cx="6070600" cy="1168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1524000"/>
            <a:ext cx="21082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600" y="6896100"/>
            <a:ext cx="7378700" cy="1638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9400" y="2844800"/>
            <a:ext cx="165989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" y="4495800"/>
            <a:ext cx="164084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7442200"/>
            <a:ext cx="13335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7442200"/>
            <a:ext cx="13335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74422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924300"/>
            <a:ext cx="15290800" cy="527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00" y="2273300"/>
            <a:ext cx="81661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4343400"/>
            <a:ext cx="14859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6680200"/>
            <a:ext cx="14859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8900" y="4889500"/>
            <a:ext cx="6934200" cy="2082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8900" y="7289800"/>
            <a:ext cx="7023100" cy="1371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6000" y="6007100"/>
            <a:ext cx="22860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400" y="7594600"/>
            <a:ext cx="11557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6489700"/>
            <a:ext cx="23241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6800" y="8102600"/>
            <a:ext cx="4864100" cy="101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6000" y="4343400"/>
            <a:ext cx="1485900" cy="1219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61400" y="4826000"/>
            <a:ext cx="914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600" y="2286000"/>
            <a:ext cx="8153400" cy="219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4470400"/>
            <a:ext cx="135890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39116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127500"/>
            <a:ext cx="47752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900" y="6083300"/>
            <a:ext cx="63119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5880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00" y="1993900"/>
            <a:ext cx="8115300" cy="2197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500" y="4902200"/>
            <a:ext cx="47625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6870700"/>
            <a:ext cx="76835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4838700"/>
            <a:ext cx="4127500" cy="2743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100" y="4495800"/>
            <a:ext cx="3238500" cy="36068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6500" y="4838700"/>
            <a:ext cx="4368800" cy="2908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3100" y="889000"/>
            <a:ext cx="47752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400" y="2349500"/>
            <a:ext cx="8902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000" y="4546600"/>
            <a:ext cx="5765800" cy="384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46600"/>
            <a:ext cx="8572500" cy="251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47752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2514600"/>
            <a:ext cx="126746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0" y="6324600"/>
            <a:ext cx="3200400" cy="275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47752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2514600"/>
            <a:ext cx="4635500" cy="203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3810000"/>
            <a:ext cx="14312900" cy="273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0" y="3924300"/>
            <a:ext cx="9093200" cy="511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47752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900" y="2540000"/>
            <a:ext cx="15786100" cy="203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5C18DD-F919-4ECF-A4FD-F0CC520F7A6E}"/>
              </a:ext>
            </a:extLst>
          </p:cNvPr>
          <p:cNvSpPr txBox="1"/>
          <p:nvPr/>
        </p:nvSpPr>
        <p:spPr>
          <a:xfrm>
            <a:off x="4307115" y="9213334"/>
            <a:ext cx="9267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8"/>
              </a:rPr>
              <a:t>https://youtu.be/KUDlsBRymYU?si=xCrgekKpcXe7rgPm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0" y="6934200"/>
            <a:ext cx="1892300" cy="255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46600"/>
            <a:ext cx="142621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889000"/>
            <a:ext cx="47752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2578100"/>
            <a:ext cx="127000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4013200"/>
            <a:ext cx="14363700" cy="464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47752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2514600"/>
            <a:ext cx="88011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987800"/>
            <a:ext cx="14439900" cy="494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100" y="889000"/>
            <a:ext cx="47752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2514600"/>
            <a:ext cx="88011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800" y="4686300"/>
            <a:ext cx="5930900" cy="463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5829300"/>
            <a:ext cx="17653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100" y="2425700"/>
            <a:ext cx="13677900" cy="276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" y="4737100"/>
            <a:ext cx="41910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700" y="6883400"/>
            <a:ext cx="6172200" cy="13208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6883400"/>
            <a:ext cx="61722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400" y="3543300"/>
            <a:ext cx="16040100" cy="276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300" y="2400300"/>
            <a:ext cx="3441700" cy="1689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00" y="4699000"/>
            <a:ext cx="7112000" cy="3924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3848100"/>
            <a:ext cx="5270500" cy="551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5600" y="2552700"/>
            <a:ext cx="129921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356100"/>
            <a:ext cx="13538200" cy="464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816600"/>
            <a:ext cx="1333500" cy="58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2425700"/>
            <a:ext cx="10680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594100"/>
            <a:ext cx="55372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0" y="7759700"/>
            <a:ext cx="825500" cy="83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7137400"/>
            <a:ext cx="2768600" cy="622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200" y="2425700"/>
            <a:ext cx="135509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700" y="4178300"/>
            <a:ext cx="6426200" cy="5321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300" y="4927600"/>
            <a:ext cx="8026400" cy="3251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00" y="6400800"/>
            <a:ext cx="1600200" cy="158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" y="2197100"/>
            <a:ext cx="147574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0" y="4254500"/>
            <a:ext cx="6172200" cy="4800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2501900"/>
            <a:ext cx="138811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4660900"/>
            <a:ext cx="6527800" cy="384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5232400"/>
            <a:ext cx="18288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6883400"/>
            <a:ext cx="1828800" cy="711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4660900"/>
            <a:ext cx="6172200" cy="4584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" y="2197100"/>
            <a:ext cx="140208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4559300"/>
            <a:ext cx="12128500" cy="429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565900"/>
            <a:ext cx="1828800" cy="2197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7900" y="6515100"/>
            <a:ext cx="1828800" cy="219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2120900"/>
            <a:ext cx="133858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4457700"/>
            <a:ext cx="6705600" cy="4457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900" y="4457700"/>
            <a:ext cx="6172200" cy="4584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7137400"/>
            <a:ext cx="1549400" cy="186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800" y="2120900"/>
            <a:ext cx="133858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500" y="4419600"/>
            <a:ext cx="4267200" cy="5029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900" y="4533900"/>
            <a:ext cx="4864100" cy="466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0" y="6934200"/>
            <a:ext cx="3873500" cy="977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900" y="2362200"/>
            <a:ext cx="134239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4368800"/>
            <a:ext cx="4635500" cy="22098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200" y="4368800"/>
            <a:ext cx="4343400" cy="22479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9200" y="4368800"/>
            <a:ext cx="4673600" cy="23241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400" y="7226300"/>
            <a:ext cx="3848100" cy="245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200" y="2298700"/>
            <a:ext cx="11150600" cy="198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8300" y="7581900"/>
            <a:ext cx="74295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400" y="3797300"/>
            <a:ext cx="6172200" cy="560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00" y="2463800"/>
            <a:ext cx="108458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822700"/>
            <a:ext cx="6172200" cy="5575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5080000"/>
            <a:ext cx="6172200" cy="304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700" y="7645400"/>
            <a:ext cx="53975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3800" y="2362200"/>
            <a:ext cx="13843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4279900"/>
            <a:ext cx="6172200" cy="4216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300" y="4279900"/>
            <a:ext cx="7531100" cy="525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2133600"/>
            <a:ext cx="154686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648200"/>
            <a:ext cx="6172200" cy="40259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4051300"/>
            <a:ext cx="6172200" cy="5245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" y="2197100"/>
            <a:ext cx="150622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0" y="4076700"/>
            <a:ext cx="6172200" cy="4660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100" y="7988300"/>
            <a:ext cx="3505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63119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2438400"/>
            <a:ext cx="14744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102100"/>
            <a:ext cx="142621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7315200"/>
            <a:ext cx="142621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40132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2413000"/>
            <a:ext cx="13893800" cy="264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045200"/>
            <a:ext cx="14490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025900"/>
            <a:ext cx="7493000" cy="300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Office PowerPoint</Application>
  <PresentationFormat>사용자 지정</PresentationFormat>
  <Paragraphs>1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/>
  <cp:revision>2</cp:revision>
  <dcterms:created xsi:type="dcterms:W3CDTF">2006-08-16T00:00:00Z</dcterms:created>
  <dcterms:modified xsi:type="dcterms:W3CDTF">2025-11-03T13:27:56Z</dcterms:modified>
  <dc:creator/>
  <dc:description/>
</cp:coreProperties>
</file>