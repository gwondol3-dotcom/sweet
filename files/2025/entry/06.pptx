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6" d="100"/>
          <a:sy n="66" d="100"/>
        </p:scale>
        <p:origin x="93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6.png"/><Relationship Id="rId5" Type="http://schemas.openxmlformats.org/officeDocument/2006/relationships/image" Target="../media/image29.png"/><Relationship Id="rId6" Type="http://schemas.openxmlformats.org/officeDocument/2006/relationships/image" Target="../media/image38.png"/><Relationship Id="rId7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9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4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4.png"/><Relationship Id="rId5" Type="http://schemas.openxmlformats.org/officeDocument/2006/relationships/image" Target="../media/image29.png"/><Relationship Id="rId6" Type="http://schemas.openxmlformats.org/officeDocument/2006/relationships/image" Target="../media/image45.png"/><Relationship Id="rId7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7.png"/><Relationship Id="rId5" Type="http://schemas.openxmlformats.org/officeDocument/2006/relationships/image" Target="../media/image29.png"/><Relationship Id="rId6" Type="http://schemas.openxmlformats.org/officeDocument/2006/relationships/image" Target="../media/image48.png"/><Relationship Id="rId7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48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9.png"/><Relationship Id="rId9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0.png"/><Relationship Id="rId5" Type="http://schemas.openxmlformats.org/officeDocument/2006/relationships/image" Target="../media/image29.png"/><Relationship Id="rId6" Type="http://schemas.openxmlformats.org/officeDocument/2006/relationships/image" Target="../media/image51.png"/><Relationship Id="rId7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51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52.png"/><Relationship Id="rId9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3.png"/><Relationship Id="rId5" Type="http://schemas.openxmlformats.org/officeDocument/2006/relationships/image" Target="../media/image29.png"/><Relationship Id="rId6" Type="http://schemas.openxmlformats.org/officeDocument/2006/relationships/image" Target="../media/image54.png"/><Relationship Id="rId7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55.png"/><Relationship Id="rId6" Type="http://schemas.openxmlformats.org/officeDocument/2006/relationships/image" Target="../media/image54.png"/><Relationship Id="rId7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6.png"/><Relationship Id="rId5" Type="http://schemas.openxmlformats.org/officeDocument/2006/relationships/image" Target="../media/image29.png"/><Relationship Id="rId6" Type="http://schemas.openxmlformats.org/officeDocument/2006/relationships/image" Target="../media/image57.png"/><Relationship Id="rId7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57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58.png"/><Relationship Id="rId9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9.png"/><Relationship Id="rId5" Type="http://schemas.openxmlformats.org/officeDocument/2006/relationships/image" Target="../media/image29.png"/><Relationship Id="rId6" Type="http://schemas.openxmlformats.org/officeDocument/2006/relationships/image" Target="../media/image60.png"/><Relationship Id="rId7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6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58.png"/><Relationship Id="rId9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1.png"/><Relationship Id="rId5" Type="http://schemas.openxmlformats.org/officeDocument/2006/relationships/image" Target="../media/image29.png"/><Relationship Id="rId6" Type="http://schemas.openxmlformats.org/officeDocument/2006/relationships/image" Target="../media/image62.png"/><Relationship Id="rId7" Type="http://schemas.openxmlformats.org/officeDocument/2006/relationships/image" Target="../media/image3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62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9.png"/><Relationship Id="rId9" Type="http://schemas.openxmlformats.org/officeDocument/2006/relationships/image" Target="../media/image3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3.png"/><Relationship Id="rId5" Type="http://schemas.openxmlformats.org/officeDocument/2006/relationships/image" Target="../media/image29.png"/><Relationship Id="rId6" Type="http://schemas.openxmlformats.org/officeDocument/2006/relationships/image" Target="../media/image64.png"/><Relationship Id="rId7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55.png"/><Relationship Id="rId6" Type="http://schemas.openxmlformats.org/officeDocument/2006/relationships/image" Target="../media/image64.png"/><Relationship Id="rId7" Type="http://schemas.openxmlformats.org/officeDocument/2006/relationships/image" Target="../media/image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5.png"/><Relationship Id="rId5" Type="http://schemas.openxmlformats.org/officeDocument/2006/relationships/image" Target="../media/image29.png"/><Relationship Id="rId6" Type="http://schemas.openxmlformats.org/officeDocument/2006/relationships/image" Target="../media/image66.png"/><Relationship Id="rId7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66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67.png"/><Relationship Id="rId9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69.png"/><Relationship Id="rId8" Type="http://schemas.openxmlformats.org/officeDocument/2006/relationships/hyperlink" Target="https://youtu.be/liRqTpAeZDg?si=-GDKsbPYSyNZ2Y5j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32.png"/><Relationship Id="rId7" Type="http://schemas.openxmlformats.org/officeDocument/2006/relationships/image" Target="../media/image72.png"/><Relationship Id="rId8" Type="http://schemas.openxmlformats.org/officeDocument/2006/relationships/image" Target="../media/image31.png"/><Relationship Id="rId9" Type="http://schemas.openxmlformats.org/officeDocument/2006/relationships/image" Target="../media/image7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3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32.png"/><Relationship Id="rId7" Type="http://schemas.openxmlformats.org/officeDocument/2006/relationships/image" Target="../media/image78.png"/><Relationship Id="rId8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32.png"/><Relationship Id="rId7" Type="http://schemas.openxmlformats.org/officeDocument/2006/relationships/image" Target="../media/image81.png"/><Relationship Id="rId8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8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9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2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9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4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9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6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9.png"/><Relationship Id="rId5" Type="http://schemas.openxmlformats.org/officeDocument/2006/relationships/image" Target="../media/image98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0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Relationship Id="rId6" Type="http://schemas.openxmlformats.org/officeDocument/2006/relationships/image" Target="../media/image10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2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0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4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0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image" Target="../media/image32.png"/><Relationship Id="rId9" Type="http://schemas.openxmlformats.org/officeDocument/2006/relationships/image" Target="../media/image31.png"/><Relationship Id="rId10" Type="http://schemas.openxmlformats.org/officeDocument/2006/relationships/image" Target="../media/image110.png"/><Relationship Id="rId11" Type="http://schemas.openxmlformats.org/officeDocument/2006/relationships/image" Target="../media/image11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2.png"/><Relationship Id="rId5" Type="http://schemas.openxmlformats.org/officeDocument/2006/relationships/image" Target="../media/image112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1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Relationship Id="rId8" Type="http://schemas.openxmlformats.org/officeDocument/2006/relationships/image" Target="../media/image118.png"/><Relationship Id="rId9" Type="http://schemas.openxmlformats.org/officeDocument/2006/relationships/image" Target="../media/image119.png"/><Relationship Id="rId10" Type="http://schemas.openxmlformats.org/officeDocument/2006/relationships/image" Target="../media/image32.png"/><Relationship Id="rId11" Type="http://schemas.openxmlformats.org/officeDocument/2006/relationships/image" Target="../media/image31.png"/><Relationship Id="rId12" Type="http://schemas.openxmlformats.org/officeDocument/2006/relationships/image" Target="../media/image12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2.png"/><Relationship Id="rId5" Type="http://schemas.openxmlformats.org/officeDocument/2006/relationships/image" Target="../media/image121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2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32.png"/><Relationship Id="rId9" Type="http://schemas.openxmlformats.org/officeDocument/2006/relationships/image" Target="../media/image31.png"/><Relationship Id="rId10" Type="http://schemas.openxmlformats.org/officeDocument/2006/relationships/image" Target="../media/image12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28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2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0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31.png"/><Relationship Id="rId8" Type="http://schemas.openxmlformats.org/officeDocument/2006/relationships/image" Target="../media/image13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3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3.png"/><Relationship Id="rId5" Type="http://schemas.openxmlformats.org/officeDocument/2006/relationships/image" Target="../media/image121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3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7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3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9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4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1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42.png"/><Relationship Id="rId8" Type="http://schemas.openxmlformats.org/officeDocument/2006/relationships/image" Target="../media/image14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4.png"/><Relationship Id="rId5" Type="http://schemas.openxmlformats.org/officeDocument/2006/relationships/image" Target="../media/image145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46.png"/><Relationship Id="rId9" Type="http://schemas.openxmlformats.org/officeDocument/2006/relationships/image" Target="../media/image14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8.png"/><Relationship Id="rId5" Type="http://schemas.openxmlformats.org/officeDocument/2006/relationships/image" Target="../media/image149.png"/><Relationship Id="rId6" Type="http://schemas.openxmlformats.org/officeDocument/2006/relationships/image" Target="../media/image150.png"/><Relationship Id="rId7" Type="http://schemas.openxmlformats.org/officeDocument/2006/relationships/image" Target="../media/image15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400" y="1625600"/>
            <a:ext cx="16891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6934200"/>
            <a:ext cx="6070600" cy="1168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200" y="1524000"/>
            <a:ext cx="2108200" cy="149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7500" y="6896100"/>
            <a:ext cx="6515100" cy="1651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9400" y="2844800"/>
            <a:ext cx="16598900" cy="1955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016000" y="4495800"/>
            <a:ext cx="17640300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200" y="5029200"/>
            <a:ext cx="3263900" cy="68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300" y="5029200"/>
            <a:ext cx="3263900" cy="68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7442200"/>
            <a:ext cx="1333500" cy="1333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1100" y="7442200"/>
            <a:ext cx="13335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7442200"/>
            <a:ext cx="1333500" cy="133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3924300"/>
            <a:ext cx="15290800" cy="527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700" y="2273300"/>
            <a:ext cx="8166100" cy="2197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2700" y="4343400"/>
            <a:ext cx="1485900" cy="1219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7300" y="6680200"/>
            <a:ext cx="1485900" cy="1219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1600" y="4902200"/>
            <a:ext cx="7175500" cy="2082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58900" y="7112000"/>
            <a:ext cx="7010400" cy="1727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36000" y="6007100"/>
            <a:ext cx="2286000" cy="1219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61400" y="7594600"/>
            <a:ext cx="1155700" cy="1219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48700" y="6489700"/>
            <a:ext cx="4533900" cy="1016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86800" y="8102600"/>
            <a:ext cx="4864100" cy="1016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36000" y="4343400"/>
            <a:ext cx="1485900" cy="1219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61400" y="4826000"/>
            <a:ext cx="9144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200" y="5029200"/>
            <a:ext cx="3263900" cy="68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300" y="5029200"/>
            <a:ext cx="3263900" cy="68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2600" y="2286000"/>
            <a:ext cx="8153400" cy="2197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8700" y="4152900"/>
            <a:ext cx="13093700" cy="260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700" y="3911600"/>
            <a:ext cx="2387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4127500"/>
            <a:ext cx="6489700" cy="177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0900" y="6083300"/>
            <a:ext cx="60706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1700" y="5880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5600" y="1993900"/>
            <a:ext cx="8115300" cy="2197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5500" y="4902200"/>
            <a:ext cx="4902200" cy="1193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0100" y="6870700"/>
            <a:ext cx="7658100" cy="1549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5422900"/>
            <a:ext cx="11912600" cy="283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2900" y="2616200"/>
            <a:ext cx="116205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5422900"/>
            <a:ext cx="11912600" cy="283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2984500"/>
            <a:ext cx="9398000" cy="1397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100" y="4445000"/>
            <a:ext cx="4711700" cy="4800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610100" y="2540000"/>
            <a:ext cx="222250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610100" y="2540000"/>
            <a:ext cx="22225000" cy="2438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660900" y="4267200"/>
            <a:ext cx="22644100" cy="34671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8600" y="7531100"/>
            <a:ext cx="1104900" cy="990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4300" y="7518400"/>
            <a:ext cx="13665200" cy="203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200" y="4368800"/>
            <a:ext cx="6172200" cy="5232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041900" y="2540000"/>
            <a:ext cx="22720300" cy="2438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041900" y="2540000"/>
            <a:ext cx="22720300" cy="2438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019800" y="5105400"/>
            <a:ext cx="24015700" cy="3454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0">
            <a:off x="6083300" y="4152900"/>
            <a:ext cx="4927600" cy="6172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019800" y="2540000"/>
            <a:ext cx="23774400" cy="2438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019800" y="2540000"/>
            <a:ext cx="23774400" cy="2438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660900" y="4267200"/>
            <a:ext cx="22644100" cy="34671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8600" y="7531100"/>
            <a:ext cx="1104900" cy="990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8900" y="7454900"/>
            <a:ext cx="11366500" cy="139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4597400"/>
            <a:ext cx="3670300" cy="4660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588000" y="2540000"/>
            <a:ext cx="23368000" cy="2438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588000" y="2540000"/>
            <a:ext cx="23368000" cy="2438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660900" y="4267200"/>
            <a:ext cx="22644100" cy="34671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8600" y="7531100"/>
            <a:ext cx="1104900" cy="990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4300" y="7518400"/>
            <a:ext cx="13627100" cy="203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700" y="4445000"/>
            <a:ext cx="5270500" cy="5029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588000" y="2540000"/>
            <a:ext cx="23228300" cy="2438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121400" y="5105400"/>
            <a:ext cx="24396700" cy="3441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588000" y="2540000"/>
            <a:ext cx="23228300" cy="2438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200" y="4597400"/>
            <a:ext cx="6172200" cy="4622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610100" y="2540000"/>
            <a:ext cx="22212300" cy="2438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610100" y="2540000"/>
            <a:ext cx="22212300" cy="2438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660900" y="4267200"/>
            <a:ext cx="22644100" cy="34671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8600" y="7531100"/>
            <a:ext cx="1104900" cy="990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4300" y="7150100"/>
            <a:ext cx="12763500" cy="279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4406900"/>
            <a:ext cx="3860800" cy="511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610100" y="2540000"/>
            <a:ext cx="22301200" cy="2438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610100" y="2540000"/>
            <a:ext cx="22301200" cy="2438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660900" y="4267200"/>
            <a:ext cx="22644100" cy="34671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8600" y="7531100"/>
            <a:ext cx="1104900" cy="990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4300" y="7150100"/>
            <a:ext cx="12763500" cy="279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120000">
            <a:off x="7251700" y="4495800"/>
            <a:ext cx="2984500" cy="4940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610100" y="2540000"/>
            <a:ext cx="22225000" cy="2438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610100" y="2540000"/>
            <a:ext cx="22225000" cy="2438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660900" y="4267200"/>
            <a:ext cx="22644100" cy="34671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8600" y="7531100"/>
            <a:ext cx="1104900" cy="990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8900" y="7454900"/>
            <a:ext cx="11366500" cy="139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4394200"/>
            <a:ext cx="4279900" cy="514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588000" y="2540000"/>
            <a:ext cx="23342600" cy="2438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121400" y="5105400"/>
            <a:ext cx="24396700" cy="3441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588000" y="2540000"/>
            <a:ext cx="23342600" cy="2438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780000">
            <a:off x="4940300" y="5067300"/>
            <a:ext cx="7620000" cy="3454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194300" y="2540000"/>
            <a:ext cx="22898100" cy="2438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194300" y="2540000"/>
            <a:ext cx="22898100" cy="2438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660900" y="4267200"/>
            <a:ext cx="22644100" cy="34671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8600" y="7531100"/>
            <a:ext cx="1104900" cy="990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8900" y="7454900"/>
            <a:ext cx="9906000" cy="1384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900" y="3670300"/>
            <a:ext cx="10210800" cy="5740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6489700" cy="177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06400" y="2400300"/>
            <a:ext cx="17741900" cy="1384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915453-481E-471B-8A47-116954F91D6D}"/>
              </a:ext>
            </a:extLst>
          </p:cNvPr>
          <p:cNvSpPr txBox="1"/>
          <p:nvPr/>
        </p:nvSpPr>
        <p:spPr>
          <a:xfrm>
            <a:off x="3644900" y="9454118"/>
            <a:ext cx="934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8"/>
              </a:rPr>
              <a:t>https://youtu.be/liRqTpAeZDg?si=-GDKsbPYSyNZ2Y5j</a:t>
            </a:r>
            <a:endParaRPr lang="ko-KR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6032500"/>
            <a:ext cx="3048000" cy="3048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9100" y="4521200"/>
            <a:ext cx="8267700" cy="4686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300" y="4635500"/>
            <a:ext cx="4191000" cy="203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3300" y="2552700"/>
            <a:ext cx="119126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" y="3327400"/>
            <a:ext cx="16116300" cy="3403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300" y="2400300"/>
            <a:ext cx="34417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700" y="4699000"/>
            <a:ext cx="7112000" cy="39243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0" y="3848100"/>
            <a:ext cx="5270500" cy="551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5600" y="2552700"/>
            <a:ext cx="12992100" cy="2641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4356100"/>
            <a:ext cx="13538200" cy="4648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5816600"/>
            <a:ext cx="1333500" cy="584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200" y="2425700"/>
            <a:ext cx="10680700" cy="1384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594100"/>
            <a:ext cx="5537200" cy="6172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700" y="7035800"/>
            <a:ext cx="3009900" cy="762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6100" y="7937500"/>
            <a:ext cx="5080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3200" y="2425700"/>
            <a:ext cx="13550900" cy="1371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089400"/>
            <a:ext cx="8686800" cy="521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0100" y="6464300"/>
            <a:ext cx="2159000" cy="255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200" y="2197100"/>
            <a:ext cx="97917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500" y="4229100"/>
            <a:ext cx="6172200" cy="440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200" y="2197100"/>
            <a:ext cx="14719300" cy="2641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8900" y="6794500"/>
            <a:ext cx="1257300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100" y="4000500"/>
            <a:ext cx="80518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2082800"/>
            <a:ext cx="1301750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4267200"/>
            <a:ext cx="11823700" cy="4965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2133600"/>
            <a:ext cx="1404620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800" y="4114800"/>
            <a:ext cx="13360400" cy="530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200" y="2197100"/>
            <a:ext cx="11366500" cy="2641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90300" y="6692900"/>
            <a:ext cx="2362200" cy="2730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3848100"/>
            <a:ext cx="7912100" cy="5486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1100" y="6591300"/>
            <a:ext cx="2362200" cy="2730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800" y="2133600"/>
            <a:ext cx="1379220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100" y="4064000"/>
            <a:ext cx="14998700" cy="4470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413000"/>
            <a:ext cx="5232400" cy="7289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7400" y="4927600"/>
            <a:ext cx="8877300" cy="13589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" y="2552700"/>
            <a:ext cx="5422900" cy="152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171700"/>
            <a:ext cx="9067800" cy="25781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400300"/>
            <a:ext cx="5702300" cy="7162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3302000"/>
            <a:ext cx="6045200" cy="5842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500" y="4330700"/>
            <a:ext cx="3746500" cy="5283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8300" y="6248400"/>
            <a:ext cx="2197100" cy="749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02500" y="2184400"/>
            <a:ext cx="9512300" cy="3251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98200" y="5829300"/>
            <a:ext cx="603250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413000"/>
            <a:ext cx="5232400" cy="7289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" y="7594600"/>
            <a:ext cx="5422900" cy="1270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3100" y="7366000"/>
            <a:ext cx="95631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514600"/>
            <a:ext cx="4978400" cy="6997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2000" y="3225800"/>
            <a:ext cx="2819400" cy="10922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514600"/>
            <a:ext cx="4787900" cy="6997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5461000"/>
            <a:ext cx="4483100" cy="1092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5400" y="7251700"/>
            <a:ext cx="1257300" cy="74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1200" y="8343900"/>
            <a:ext cx="2133600" cy="812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88700" y="4699000"/>
            <a:ext cx="5448300" cy="44704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413000"/>
            <a:ext cx="5232400" cy="7289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700" y="8432800"/>
            <a:ext cx="3162300" cy="889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5200" y="7416800"/>
            <a:ext cx="1113790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2387600"/>
            <a:ext cx="1828800" cy="22733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4889500"/>
            <a:ext cx="1828800" cy="22225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7353300"/>
            <a:ext cx="1828800" cy="22733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7112000"/>
            <a:ext cx="6172200" cy="2171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2500" y="2374900"/>
            <a:ext cx="13385800" cy="49784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0" y="2374900"/>
            <a:ext cx="5854700" cy="717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6200" y="4991100"/>
            <a:ext cx="86741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" y="2374900"/>
            <a:ext cx="6172200" cy="245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4400" y="2184400"/>
            <a:ext cx="6921500" cy="3860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200" y="5880100"/>
            <a:ext cx="155067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2286000"/>
            <a:ext cx="4864100" cy="7378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7797800"/>
            <a:ext cx="4914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6400" y="6972300"/>
            <a:ext cx="93853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2286000"/>
            <a:ext cx="4864100" cy="7378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700" y="8483600"/>
            <a:ext cx="3162300" cy="889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7300" y="7048500"/>
            <a:ext cx="101600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013200"/>
            <a:ext cx="3035300" cy="3695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0" y="4406900"/>
            <a:ext cx="10655300" cy="44704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279900"/>
            <a:ext cx="3035300" cy="3695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0" y="4406900"/>
            <a:ext cx="10020300" cy="44704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6781800"/>
            <a:ext cx="6172200" cy="266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00" y="2171700"/>
            <a:ext cx="13487400" cy="2641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200" y="3975100"/>
            <a:ext cx="1054100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" y="6540500"/>
            <a:ext cx="4368800" cy="23622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3225800"/>
            <a:ext cx="4368800" cy="173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6070600" cy="177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3200400"/>
            <a:ext cx="7073900" cy="2641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800" y="6604000"/>
            <a:ext cx="1163320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4102100"/>
            <a:ext cx="14262100" cy="1816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7315200"/>
            <a:ext cx="14262100" cy="1816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40132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2413000"/>
            <a:ext cx="13893800" cy="2641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6045200"/>
            <a:ext cx="14490700" cy="13589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0" y="4025900"/>
            <a:ext cx="7493000" cy="3009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사용자 지정</PresentationFormat>
  <Paragraphs>1</Paragraphs>
  <Slides>56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/>
  <cp:revision>2</cp:revision>
  <dcterms:created xsi:type="dcterms:W3CDTF">2006-08-16T00:00:00Z</dcterms:created>
  <dcterms:modified xsi:type="dcterms:W3CDTF">2025-11-03T14:04:50Z</dcterms:modified>
  <dc:creator/>
  <dc:description/>
</cp:coreProperties>
</file>