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9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7.png"/><Relationship Id="rId5" Type="http://schemas.openxmlformats.org/officeDocument/2006/relationships/image" Target="../media/image38.png"/><Relationship Id="rId6" Type="http://schemas.openxmlformats.org/officeDocument/2006/relationships/image" Target="../media/image48.png"/><Relationship Id="rId7" Type="http://schemas.openxmlformats.org/officeDocument/2006/relationships/image" Target="../media/image29.png"/><Relationship Id="rId8" Type="http://schemas.openxmlformats.org/officeDocument/2006/relationships/image" Target="../media/image40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10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29.png"/><Relationship Id="rId8" Type="http://schemas.openxmlformats.org/officeDocument/2006/relationships/image" Target="../media/image40.png"/><Relationship Id="rId9" Type="http://schemas.openxmlformats.org/officeDocument/2006/relationships/image" Target="../media/image54.png"/><Relationship Id="rId10" Type="http://schemas.openxmlformats.org/officeDocument/2006/relationships/hyperlink" Target="https://youtu.be/QWumhSnLcVU?si=5mlrinSz_fpVczN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40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40.png"/><Relationship Id="rId7" Type="http://schemas.openxmlformats.org/officeDocument/2006/relationships/image" Target="../media/image62.png"/><Relationship Id="rId8" Type="http://schemas.openxmlformats.org/officeDocument/2006/relationships/image" Target="../media/image6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40.png"/><Relationship Id="rId9" Type="http://schemas.openxmlformats.org/officeDocument/2006/relationships/image" Target="../media/image62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40.png"/><Relationship Id="rId10" Type="http://schemas.openxmlformats.org/officeDocument/2006/relationships/image" Target="../media/image62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40.png"/><Relationship Id="rId14" Type="http://schemas.openxmlformats.org/officeDocument/2006/relationships/image" Target="../media/image62.png"/><Relationship Id="rId15" Type="http://schemas.openxmlformats.org/officeDocument/2006/relationships/image" Target="../media/image90.png"/><Relationship Id="rId16" Type="http://schemas.openxmlformats.org/officeDocument/2006/relationships/image" Target="../media/image9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40.png"/><Relationship Id="rId11" Type="http://schemas.openxmlformats.org/officeDocument/2006/relationships/image" Target="../media/image62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0.png"/><Relationship Id="rId5" Type="http://schemas.openxmlformats.org/officeDocument/2006/relationships/image" Target="../media/image40.png"/><Relationship Id="rId6" Type="http://schemas.openxmlformats.org/officeDocument/2006/relationships/image" Target="../media/image62.png"/><Relationship Id="rId7" Type="http://schemas.openxmlformats.org/officeDocument/2006/relationships/image" Target="../media/image98.png"/><Relationship Id="rId8" Type="http://schemas.openxmlformats.org/officeDocument/2006/relationships/image" Target="../media/image10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32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10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image" Target="../media/image112.png"/><Relationship Id="rId9" Type="http://schemas.openxmlformats.org/officeDocument/2006/relationships/image" Target="../media/image113.png"/><Relationship Id="rId10" Type="http://schemas.openxmlformats.org/officeDocument/2006/relationships/image" Target="../media/image104.png"/><Relationship Id="rId11" Type="http://schemas.openxmlformats.org/officeDocument/2006/relationships/image" Target="../media/image32.png"/><Relationship Id="rId12" Type="http://schemas.openxmlformats.org/officeDocument/2006/relationships/image" Target="../media/image105.png"/><Relationship Id="rId13" Type="http://schemas.openxmlformats.org/officeDocument/2006/relationships/image" Target="../media/image106.png"/><Relationship Id="rId14" Type="http://schemas.openxmlformats.org/officeDocument/2006/relationships/image" Target="../media/image114.png"/><Relationship Id="rId15" Type="http://schemas.openxmlformats.org/officeDocument/2006/relationships/image" Target="../media/image1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6.png"/><Relationship Id="rId5" Type="http://schemas.openxmlformats.org/officeDocument/2006/relationships/image" Target="../media/image104.png"/><Relationship Id="rId6" Type="http://schemas.openxmlformats.org/officeDocument/2006/relationships/image" Target="../media/image32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8.png"/><Relationship Id="rId5" Type="http://schemas.openxmlformats.org/officeDocument/2006/relationships/image" Target="../media/image110.png"/><Relationship Id="rId6" Type="http://schemas.openxmlformats.org/officeDocument/2006/relationships/image" Target="../media/image119.png"/><Relationship Id="rId7" Type="http://schemas.openxmlformats.org/officeDocument/2006/relationships/image" Target="../media/image104.png"/><Relationship Id="rId8" Type="http://schemas.openxmlformats.org/officeDocument/2006/relationships/image" Target="../media/image32.png"/><Relationship Id="rId9" Type="http://schemas.openxmlformats.org/officeDocument/2006/relationships/image" Target="../media/image105.png"/><Relationship Id="rId10" Type="http://schemas.openxmlformats.org/officeDocument/2006/relationships/image" Target="../media/image106.png"/><Relationship Id="rId11" Type="http://schemas.openxmlformats.org/officeDocument/2006/relationships/image" Target="../media/image1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04.png"/><Relationship Id="rId8" Type="http://schemas.openxmlformats.org/officeDocument/2006/relationships/image" Target="../media/image32.png"/><Relationship Id="rId9" Type="http://schemas.openxmlformats.org/officeDocument/2006/relationships/image" Target="../media/image105.png"/><Relationship Id="rId10" Type="http://schemas.openxmlformats.org/officeDocument/2006/relationships/image" Target="../media/image106.png"/><Relationship Id="rId11" Type="http://schemas.openxmlformats.org/officeDocument/2006/relationships/image" Target="../media/image1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5.png"/><Relationship Id="rId5" Type="http://schemas.openxmlformats.org/officeDocument/2006/relationships/image" Target="../media/image104.png"/><Relationship Id="rId6" Type="http://schemas.openxmlformats.org/officeDocument/2006/relationships/image" Target="../media/image32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04.png"/><Relationship Id="rId7" Type="http://schemas.openxmlformats.org/officeDocument/2006/relationships/image" Target="../media/image32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1.png"/><Relationship Id="rId5" Type="http://schemas.openxmlformats.org/officeDocument/2006/relationships/image" Target="../media/image104.png"/><Relationship Id="rId6" Type="http://schemas.openxmlformats.org/officeDocument/2006/relationships/image" Target="../media/image32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04.png"/><Relationship Id="rId7" Type="http://schemas.openxmlformats.org/officeDocument/2006/relationships/image" Target="../media/image32.png"/><Relationship Id="rId8" Type="http://schemas.openxmlformats.org/officeDocument/2006/relationships/image" Target="../media/image135.png"/><Relationship Id="rId9" Type="http://schemas.openxmlformats.org/officeDocument/2006/relationships/image" Target="../media/image136.png"/><Relationship Id="rId10" Type="http://schemas.openxmlformats.org/officeDocument/2006/relationships/image" Target="../media/image137.png"/><Relationship Id="rId11" Type="http://schemas.openxmlformats.org/officeDocument/2006/relationships/image" Target="../media/image1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9.png"/><Relationship Id="rId5" Type="http://schemas.openxmlformats.org/officeDocument/2006/relationships/image" Target="../media/image104.png"/><Relationship Id="rId6" Type="http://schemas.openxmlformats.org/officeDocument/2006/relationships/image" Target="../media/image32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40.png"/><Relationship Id="rId10" Type="http://schemas.openxmlformats.org/officeDocument/2006/relationships/image" Target="../media/image14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04.png"/><Relationship Id="rId7" Type="http://schemas.openxmlformats.org/officeDocument/2006/relationships/image" Target="../media/image32.png"/><Relationship Id="rId8" Type="http://schemas.openxmlformats.org/officeDocument/2006/relationships/image" Target="../media/image135.png"/><Relationship Id="rId9" Type="http://schemas.openxmlformats.org/officeDocument/2006/relationships/image" Target="../media/image136.png"/><Relationship Id="rId10" Type="http://schemas.openxmlformats.org/officeDocument/2006/relationships/image" Target="../media/image144.png"/><Relationship Id="rId11" Type="http://schemas.openxmlformats.org/officeDocument/2006/relationships/image" Target="../media/image14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34.png"/><Relationship Id="rId7" Type="http://schemas.openxmlformats.org/officeDocument/2006/relationships/image" Target="../media/image104.png"/><Relationship Id="rId8" Type="http://schemas.openxmlformats.org/officeDocument/2006/relationships/image" Target="../media/image32.png"/><Relationship Id="rId9" Type="http://schemas.openxmlformats.org/officeDocument/2006/relationships/image" Target="../media/image135.png"/><Relationship Id="rId10" Type="http://schemas.openxmlformats.org/officeDocument/2006/relationships/image" Target="../media/image136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Relationship Id="rId8" Type="http://schemas.openxmlformats.org/officeDocument/2006/relationships/image" Target="../media/image154.png"/><Relationship Id="rId9" Type="http://schemas.openxmlformats.org/officeDocument/2006/relationships/image" Target="../media/image104.png"/><Relationship Id="rId10" Type="http://schemas.openxmlformats.org/officeDocument/2006/relationships/image" Target="../media/image32.png"/><Relationship Id="rId11" Type="http://schemas.openxmlformats.org/officeDocument/2006/relationships/image" Target="../media/image155.png"/><Relationship Id="rId12" Type="http://schemas.openxmlformats.org/officeDocument/2006/relationships/image" Target="../media/image156.png"/><Relationship Id="rId13" Type="http://schemas.openxmlformats.org/officeDocument/2006/relationships/image" Target="../media/image15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4.png"/><Relationship Id="rId5" Type="http://schemas.openxmlformats.org/officeDocument/2006/relationships/image" Target="../media/image32.png"/><Relationship Id="rId6" Type="http://schemas.openxmlformats.org/officeDocument/2006/relationships/image" Target="../media/image155.png"/><Relationship Id="rId7" Type="http://schemas.openxmlformats.org/officeDocument/2006/relationships/image" Target="../media/image156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image" Target="../media/image16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4.png"/><Relationship Id="rId5" Type="http://schemas.openxmlformats.org/officeDocument/2006/relationships/image" Target="../media/image32.png"/><Relationship Id="rId6" Type="http://schemas.openxmlformats.org/officeDocument/2006/relationships/image" Target="../media/image155.png"/><Relationship Id="rId7" Type="http://schemas.openxmlformats.org/officeDocument/2006/relationships/image" Target="../media/image156.png"/><Relationship Id="rId8" Type="http://schemas.openxmlformats.org/officeDocument/2006/relationships/image" Target="../media/image162.png"/><Relationship Id="rId9" Type="http://schemas.openxmlformats.org/officeDocument/2006/relationships/image" Target="../media/image163.png"/><Relationship Id="rId10" Type="http://schemas.openxmlformats.org/officeDocument/2006/relationships/image" Target="../media/image147.png"/><Relationship Id="rId11" Type="http://schemas.openxmlformats.org/officeDocument/2006/relationships/image" Target="../media/image164.png"/><Relationship Id="rId12" Type="http://schemas.openxmlformats.org/officeDocument/2006/relationships/image" Target="../media/image16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104.png"/><Relationship Id="rId7" Type="http://schemas.openxmlformats.org/officeDocument/2006/relationships/image" Target="../media/image32.png"/><Relationship Id="rId8" Type="http://schemas.openxmlformats.org/officeDocument/2006/relationships/image" Target="../media/image155.png"/><Relationship Id="rId9" Type="http://schemas.openxmlformats.org/officeDocument/2006/relationships/image" Target="../media/image156.png"/><Relationship Id="rId10" Type="http://schemas.openxmlformats.org/officeDocument/2006/relationships/image" Target="../media/image16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4.png"/><Relationship Id="rId5" Type="http://schemas.openxmlformats.org/officeDocument/2006/relationships/image" Target="../media/image32.png"/><Relationship Id="rId6" Type="http://schemas.openxmlformats.org/officeDocument/2006/relationships/image" Target="../media/image169.png"/><Relationship Id="rId7" Type="http://schemas.openxmlformats.org/officeDocument/2006/relationships/image" Target="../media/image17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71.png"/><Relationship Id="rId5" Type="http://schemas.openxmlformats.org/officeDocument/2006/relationships/image" Target="../media/image172.png"/><Relationship Id="rId6" Type="http://schemas.openxmlformats.org/officeDocument/2006/relationships/image" Target="../media/image173.png"/><Relationship Id="rId7" Type="http://schemas.openxmlformats.org/officeDocument/2006/relationships/image" Target="../media/image17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0" y="1625600"/>
            <a:ext cx="16891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6934200"/>
            <a:ext cx="6070600" cy="1168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1524000"/>
            <a:ext cx="2108200" cy="149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0" y="6896100"/>
            <a:ext cx="7162800" cy="165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9400" y="2844800"/>
            <a:ext cx="16598900" cy="195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959100" y="4495800"/>
            <a:ext cx="197485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7442200"/>
            <a:ext cx="1333500" cy="133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100" y="7442200"/>
            <a:ext cx="13335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7442200"/>
            <a:ext cx="1333500" cy="133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3924300"/>
            <a:ext cx="15290800" cy="527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700" y="2273300"/>
            <a:ext cx="8166100" cy="2197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2700" y="4343400"/>
            <a:ext cx="14859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" y="6680200"/>
            <a:ext cx="1485900" cy="1219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8900" y="4889500"/>
            <a:ext cx="6870700" cy="2082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8900" y="7289800"/>
            <a:ext cx="7023100" cy="1371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6000" y="6007100"/>
            <a:ext cx="2286000" cy="1219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1400" y="7594600"/>
            <a:ext cx="1155700" cy="1219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8700" y="6489700"/>
            <a:ext cx="2324100" cy="101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86800" y="8102600"/>
            <a:ext cx="4864100" cy="1016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36000" y="4343400"/>
            <a:ext cx="1485900" cy="1219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61400" y="4826000"/>
            <a:ext cx="9144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600" y="2286000"/>
            <a:ext cx="8153400" cy="2197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4400" y="4470400"/>
            <a:ext cx="132334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39116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800" y="4076700"/>
            <a:ext cx="62484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900" y="6019800"/>
            <a:ext cx="63119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1700" y="5880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600" y="1993900"/>
            <a:ext cx="8115300" cy="2197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5500" y="4902200"/>
            <a:ext cx="70485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100" y="6870700"/>
            <a:ext cx="439420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2006600"/>
            <a:ext cx="8648700" cy="2184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8700" y="4673600"/>
            <a:ext cx="76835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100" y="4737100"/>
            <a:ext cx="4203700" cy="4203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25600" y="5816600"/>
            <a:ext cx="2514600" cy="402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7700" y="825500"/>
            <a:ext cx="48641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2362200"/>
            <a:ext cx="3073400" cy="135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3100" y="3340100"/>
            <a:ext cx="13589000" cy="269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600" y="4597400"/>
            <a:ext cx="4610100" cy="426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8700" y="5232400"/>
            <a:ext cx="1854200" cy="4470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7700" y="825500"/>
            <a:ext cx="48641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2362200"/>
            <a:ext cx="3073400" cy="135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9100" y="3009900"/>
            <a:ext cx="15278100" cy="180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7188200"/>
            <a:ext cx="2692400" cy="265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5800" y="4635500"/>
            <a:ext cx="4203700" cy="4203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4100" y="6210300"/>
            <a:ext cx="1917700" cy="3632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7700" y="825500"/>
            <a:ext cx="48641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100" y="2362200"/>
            <a:ext cx="3073400" cy="1358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52700" y="3213100"/>
            <a:ext cx="12852400" cy="269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067300"/>
            <a:ext cx="6172200" cy="4495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3400" y="4216400"/>
            <a:ext cx="7188200" cy="718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300" y="3886200"/>
            <a:ext cx="9144000" cy="514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7700" y="825500"/>
            <a:ext cx="48641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8400" y="2362200"/>
            <a:ext cx="14109700" cy="1358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B3916F-AD98-47D6-A85F-D8803A9130B3}"/>
              </a:ext>
            </a:extLst>
          </p:cNvPr>
          <p:cNvSpPr txBox="1"/>
          <p:nvPr/>
        </p:nvSpPr>
        <p:spPr>
          <a:xfrm>
            <a:off x="4162425" y="911173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10"/>
              </a:rPr>
              <a:t>https://youtu.be/QWumhSnLcVU?si=5mlrinSz_fpVczNd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0" y="3581400"/>
            <a:ext cx="1955800" cy="7493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0100" y="7340600"/>
            <a:ext cx="3340100" cy="237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7700" y="825500"/>
            <a:ext cx="48641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600" y="1879600"/>
            <a:ext cx="13106400" cy="135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2800" y="4826000"/>
            <a:ext cx="9804400" cy="3060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0" y="3213100"/>
            <a:ext cx="5600700" cy="180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700" y="4699000"/>
            <a:ext cx="7112000" cy="39243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3848100"/>
            <a:ext cx="5270500" cy="551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48641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571500"/>
            <a:ext cx="2387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5600" y="2552700"/>
            <a:ext cx="129921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356100"/>
            <a:ext cx="13538200" cy="464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5816600"/>
            <a:ext cx="1333500" cy="584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900" y="812800"/>
            <a:ext cx="48641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387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200" y="2425700"/>
            <a:ext cx="10680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3365500"/>
            <a:ext cx="5537200" cy="617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600" y="7556500"/>
            <a:ext cx="825500" cy="83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" y="6858000"/>
            <a:ext cx="2768600" cy="6223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0300" y="4216400"/>
            <a:ext cx="6172200" cy="262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3900" y="812800"/>
            <a:ext cx="48641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00" y="673100"/>
            <a:ext cx="2387600" cy="1689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200" y="2425700"/>
            <a:ext cx="13550900" cy="1371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4000" y="6261100"/>
            <a:ext cx="8293100" cy="1803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02300" y="7556500"/>
            <a:ext cx="11303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100" y="3937000"/>
            <a:ext cx="7239000" cy="26035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0" y="4000500"/>
            <a:ext cx="6883400" cy="387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4978400"/>
            <a:ext cx="2311400" cy="647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45900" y="7035800"/>
            <a:ext cx="14986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0200" y="4813300"/>
            <a:ext cx="12319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812800"/>
            <a:ext cx="4864100" cy="1193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400" y="673100"/>
            <a:ext cx="2387600" cy="1689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200" y="2501900"/>
            <a:ext cx="13881100" cy="2032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" y="6654800"/>
            <a:ext cx="76200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657600"/>
            <a:ext cx="4660900" cy="313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3657600"/>
            <a:ext cx="939800" cy="889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3900" y="4559300"/>
            <a:ext cx="3086100" cy="8255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0" y="3721100"/>
            <a:ext cx="4927600" cy="276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9300" y="3708400"/>
            <a:ext cx="965200" cy="876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7700" y="5130800"/>
            <a:ext cx="2146300" cy="13716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58600" y="3721100"/>
            <a:ext cx="3746500" cy="5092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69700" y="8039100"/>
            <a:ext cx="850900" cy="762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58700" y="5232400"/>
            <a:ext cx="2743200" cy="622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3900" y="812800"/>
            <a:ext cx="4864100" cy="1193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7400" y="673100"/>
            <a:ext cx="2387600" cy="1689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9900" y="1879600"/>
            <a:ext cx="5283200" cy="1358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431800" y="8597900"/>
            <a:ext cx="173482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606800"/>
            <a:ext cx="6172200" cy="3251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4559300"/>
            <a:ext cx="12065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5700" y="3606800"/>
            <a:ext cx="2984500" cy="10160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4200" y="3530600"/>
            <a:ext cx="7035800" cy="3327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4200" y="3606800"/>
            <a:ext cx="1422400" cy="1346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2800" y="3606800"/>
            <a:ext cx="4838700" cy="1016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3900" y="812800"/>
            <a:ext cx="4864100" cy="119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400" y="673100"/>
            <a:ext cx="2387600" cy="1689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1879600"/>
            <a:ext cx="5651500" cy="1358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0" y="8597900"/>
            <a:ext cx="162814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" y="3098800"/>
            <a:ext cx="4508500" cy="617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3900" y="812800"/>
            <a:ext cx="48641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387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1879600"/>
            <a:ext cx="5651500" cy="1358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0900" y="2984500"/>
            <a:ext cx="80518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0" y="3581400"/>
            <a:ext cx="6172200" cy="5346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200" y="6743700"/>
            <a:ext cx="5867400" cy="2171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4300" y="2857500"/>
            <a:ext cx="13423900" cy="167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" y="1892300"/>
            <a:ext cx="8153400" cy="2692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8200" y="8902700"/>
            <a:ext cx="87503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581400"/>
            <a:ext cx="3898900" cy="617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8928100"/>
            <a:ext cx="9017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300" y="3581400"/>
            <a:ext cx="2374900" cy="8255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581400"/>
            <a:ext cx="3683000" cy="6172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0700" y="6667500"/>
            <a:ext cx="3530600" cy="495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9800" y="9093200"/>
            <a:ext cx="1651000" cy="495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4300" y="2857500"/>
            <a:ext cx="13423900" cy="1676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500" y="1892300"/>
            <a:ext cx="8153400" cy="2692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03700" y="4292600"/>
            <a:ext cx="4025900" cy="1016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50700" y="7581900"/>
            <a:ext cx="434340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900" y="4000500"/>
            <a:ext cx="6172200" cy="2247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4300" y="2857500"/>
            <a:ext cx="13423900" cy="1676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" y="1892300"/>
            <a:ext cx="8153400" cy="2692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200" y="6045200"/>
            <a:ext cx="1109980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900" y="3873500"/>
            <a:ext cx="6172200" cy="237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9600" y="4152900"/>
            <a:ext cx="2374900" cy="8255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100" y="3873500"/>
            <a:ext cx="6172200" cy="3810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4300" y="2857500"/>
            <a:ext cx="13423900" cy="1676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" y="1892300"/>
            <a:ext cx="8153400" cy="2692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9800" y="8572500"/>
            <a:ext cx="126238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100" y="3848100"/>
            <a:ext cx="4711700" cy="5321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800" y="3848100"/>
            <a:ext cx="11811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711700"/>
            <a:ext cx="42418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4300" y="2857500"/>
            <a:ext cx="13423900" cy="167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" y="1892300"/>
            <a:ext cx="8153400" cy="2692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6900" y="9067800"/>
            <a:ext cx="146812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00" y="4343400"/>
            <a:ext cx="8153400" cy="3594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4300" y="2857500"/>
            <a:ext cx="13423900" cy="1676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" y="1892300"/>
            <a:ext cx="8153400" cy="2692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498600" y="7607300"/>
            <a:ext cx="1844040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3505200"/>
            <a:ext cx="6172200" cy="49149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8100" y="3771900"/>
            <a:ext cx="6172200" cy="422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4300" y="2857500"/>
            <a:ext cx="13423900" cy="167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" y="1892300"/>
            <a:ext cx="8153400" cy="2692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8293100"/>
            <a:ext cx="8445500" cy="2400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8900" y="8877300"/>
            <a:ext cx="81788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581400"/>
            <a:ext cx="10325100" cy="6426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4300" y="2857500"/>
            <a:ext cx="13423900" cy="1676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" y="1892300"/>
            <a:ext cx="8153400" cy="2692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57000" y="6591300"/>
            <a:ext cx="5613400" cy="1346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3949700"/>
            <a:ext cx="7315200" cy="474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6502400"/>
            <a:ext cx="546100" cy="57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5448300"/>
            <a:ext cx="546100" cy="57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4381500"/>
            <a:ext cx="5461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4300" y="2857500"/>
            <a:ext cx="13601700" cy="1676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" y="1892300"/>
            <a:ext cx="8242300" cy="2692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2400" y="4406900"/>
            <a:ext cx="7912100" cy="1803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1600" y="8851900"/>
            <a:ext cx="91313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000500"/>
            <a:ext cx="7975600" cy="4470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4300" y="2857500"/>
            <a:ext cx="13601700" cy="1676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" y="1892300"/>
            <a:ext cx="8242300" cy="2692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300" y="8229600"/>
            <a:ext cx="8547100" cy="2743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9700" y="5168900"/>
            <a:ext cx="4191000" cy="3644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797300"/>
            <a:ext cx="7404100" cy="4584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3568700"/>
            <a:ext cx="698500" cy="5321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4300" y="2857500"/>
            <a:ext cx="13601700" cy="167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" y="1892300"/>
            <a:ext cx="8242300" cy="2692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9500" y="8039100"/>
            <a:ext cx="7251700" cy="2324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8500" y="4038600"/>
            <a:ext cx="50927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581400"/>
            <a:ext cx="5600700" cy="617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580000">
            <a:off x="3441700" y="5778500"/>
            <a:ext cx="2628900" cy="3098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700" y="7315200"/>
            <a:ext cx="546100" cy="57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4300" y="2857500"/>
            <a:ext cx="13601700" cy="167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" y="1892300"/>
            <a:ext cx="8242300" cy="2692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3800" y="3937000"/>
            <a:ext cx="8890000" cy="2755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6896100"/>
            <a:ext cx="85217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75100"/>
            <a:ext cx="6172200" cy="4203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7556500"/>
            <a:ext cx="3009900" cy="6223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100" y="3975100"/>
            <a:ext cx="6172200" cy="1943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2300" y="4749800"/>
            <a:ext cx="1689100" cy="6223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2100" y="6667500"/>
            <a:ext cx="2743200" cy="889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4300" y="2857500"/>
            <a:ext cx="8826500" cy="1676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500" y="1892300"/>
            <a:ext cx="8267700" cy="2692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4500" y="8305800"/>
            <a:ext cx="14439900" cy="1803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4300" y="2857500"/>
            <a:ext cx="8826500" cy="167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" y="1892300"/>
            <a:ext cx="8267700" cy="269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00" y="7137400"/>
            <a:ext cx="14554200" cy="36322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292600"/>
            <a:ext cx="6172200" cy="2717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0100" y="4445000"/>
            <a:ext cx="889000" cy="622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100" y="5105400"/>
            <a:ext cx="889000" cy="622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11500" y="5981700"/>
            <a:ext cx="15113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4300" y="2857500"/>
            <a:ext cx="8826500" cy="167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" y="1892300"/>
            <a:ext cx="8267700" cy="26924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700" y="3581400"/>
            <a:ext cx="11531600" cy="6172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0" y="4318000"/>
            <a:ext cx="2705100" cy="1092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400000">
            <a:off x="7632700" y="2730500"/>
            <a:ext cx="2628900" cy="309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0200" y="5118100"/>
            <a:ext cx="6388100" cy="5486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66400" y="3644900"/>
            <a:ext cx="66802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3644900"/>
            <a:ext cx="6172200" cy="567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8229600"/>
            <a:ext cx="7112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4300" y="2857500"/>
            <a:ext cx="8826500" cy="167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" y="1892300"/>
            <a:ext cx="8267700" cy="2692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7500" y="4876800"/>
            <a:ext cx="829310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863600"/>
            <a:ext cx="3670300" cy="177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100" y="2908300"/>
            <a:ext cx="5600700" cy="1803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5384800"/>
            <a:ext cx="13944600" cy="2768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4102100"/>
            <a:ext cx="14262100" cy="1816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7315200"/>
            <a:ext cx="14262100" cy="1816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40132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2413000"/>
            <a:ext cx="13893800" cy="264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045200"/>
            <a:ext cx="14490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4025900"/>
            <a:ext cx="7493000" cy="300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</Words>
  <Application>Microsoft Office PowerPoint</Application>
  <PresentationFormat>사용자 지정</PresentationFormat>
  <Paragraphs>1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/>
  <cp:revision>2</cp:revision>
  <dcterms:created xsi:type="dcterms:W3CDTF">2006-08-16T00:00:00Z</dcterms:created>
  <dcterms:modified xsi:type="dcterms:W3CDTF">2025-11-03T14:00:12Z</dcterms:modified>
  <dc:creator/>
  <dc:description/>
</cp:coreProperties>
</file>