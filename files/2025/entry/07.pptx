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1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Relationship Id="rId7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6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7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1.png"/><Relationship Id="rId5" Type="http://schemas.openxmlformats.org/officeDocument/2006/relationships/image" Target="../media/image7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1.png"/><Relationship Id="rId5" Type="http://schemas.openxmlformats.org/officeDocument/2006/relationships/image" Target="../media/image80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1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1.png"/><Relationship Id="rId5" Type="http://schemas.openxmlformats.org/officeDocument/2006/relationships/image" Target="../media/image89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9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7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9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9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hyperlink" Target="https://playentry.org/project/68f51d0c3993e6c0e17c3c70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32.png"/><Relationship Id="rId7" Type="http://schemas.openxmlformats.org/officeDocument/2006/relationships/image" Target="../media/image109.png"/><Relationship Id="rId8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Relationship Id="rId9" Type="http://schemas.openxmlformats.org/officeDocument/2006/relationships/image" Target="../media/image1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Relationship Id="rId9" Type="http://schemas.openxmlformats.org/officeDocument/2006/relationships/image" Target="../media/image1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Relationship Id="rId10" Type="http://schemas.openxmlformats.org/officeDocument/2006/relationships/image" Target="../media/image135.png"/><Relationship Id="rId11" Type="http://schemas.openxmlformats.org/officeDocument/2006/relationships/image" Target="../media/image32.png"/><Relationship Id="rId12" Type="http://schemas.openxmlformats.org/officeDocument/2006/relationships/image" Target="../media/image31.png"/><Relationship Id="rId13" Type="http://schemas.openxmlformats.org/officeDocument/2006/relationships/image" Target="../media/image1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1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4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47.png"/><Relationship Id="rId9" Type="http://schemas.openxmlformats.org/officeDocument/2006/relationships/image" Target="../media/image14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5.png"/><Relationship Id="rId5" Type="http://schemas.openxmlformats.org/officeDocument/2006/relationships/image" Target="../media/image148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49.png"/><Relationship Id="rId9" Type="http://schemas.openxmlformats.org/officeDocument/2006/relationships/image" Target="../media/image14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5.png"/><Relationship Id="rId5" Type="http://schemas.openxmlformats.org/officeDocument/2006/relationships/image" Target="../media/image150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51.png"/><Relationship Id="rId9" Type="http://schemas.openxmlformats.org/officeDocument/2006/relationships/image" Target="../media/image14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5.png"/><Relationship Id="rId5" Type="http://schemas.openxmlformats.org/officeDocument/2006/relationships/image" Target="../media/image152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53.png"/><Relationship Id="rId9" Type="http://schemas.openxmlformats.org/officeDocument/2006/relationships/image" Target="../media/image1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56.png"/><Relationship Id="rId9" Type="http://schemas.openxmlformats.org/officeDocument/2006/relationships/image" Target="../media/image1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4.png"/><Relationship Id="rId5" Type="http://schemas.openxmlformats.org/officeDocument/2006/relationships/image" Target="../media/image157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58.png"/><Relationship Id="rId9" Type="http://schemas.openxmlformats.org/officeDocument/2006/relationships/image" Target="../media/image14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4.png"/><Relationship Id="rId5" Type="http://schemas.openxmlformats.org/officeDocument/2006/relationships/image" Target="../media/image159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60.png"/><Relationship Id="rId9" Type="http://schemas.openxmlformats.org/officeDocument/2006/relationships/image" Target="../media/image1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6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63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63.png"/><Relationship Id="rId8" Type="http://schemas.openxmlformats.org/officeDocument/2006/relationships/image" Target="../media/image167.png"/><Relationship Id="rId9" Type="http://schemas.openxmlformats.org/officeDocument/2006/relationships/image" Target="../media/image16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63.png"/><Relationship Id="rId8" Type="http://schemas.openxmlformats.org/officeDocument/2006/relationships/image" Target="../media/image170.png"/><Relationship Id="rId9" Type="http://schemas.openxmlformats.org/officeDocument/2006/relationships/image" Target="../media/image17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63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7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75.png"/><Relationship Id="rId9" Type="http://schemas.openxmlformats.org/officeDocument/2006/relationships/image" Target="../media/image178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Relationship Id="rId12" Type="http://schemas.openxmlformats.org/officeDocument/2006/relationships/image" Target="../media/image18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82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75.png"/><Relationship Id="rId8" Type="http://schemas.openxmlformats.org/officeDocument/2006/relationships/image" Target="../media/image183.png"/><Relationship Id="rId9" Type="http://schemas.openxmlformats.org/officeDocument/2006/relationships/image" Target="../media/image18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82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75.png"/><Relationship Id="rId8" Type="http://schemas.openxmlformats.org/officeDocument/2006/relationships/image" Target="../media/image185.png"/><Relationship Id="rId9" Type="http://schemas.openxmlformats.org/officeDocument/2006/relationships/image" Target="../media/image18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8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75.png"/><Relationship Id="rId8" Type="http://schemas.openxmlformats.org/officeDocument/2006/relationships/image" Target="../media/image188.png"/><Relationship Id="rId9" Type="http://schemas.openxmlformats.org/officeDocument/2006/relationships/image" Target="../media/image18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8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75.png"/><Relationship Id="rId8" Type="http://schemas.openxmlformats.org/officeDocument/2006/relationships/image" Target="../media/image190.png"/><Relationship Id="rId9" Type="http://schemas.openxmlformats.org/officeDocument/2006/relationships/image" Target="../media/image19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2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9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193.png"/><Relationship Id="rId11" Type="http://schemas.openxmlformats.org/officeDocument/2006/relationships/image" Target="../media/image19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197.png"/><Relationship Id="rId7" Type="http://schemas.openxmlformats.org/officeDocument/2006/relationships/image" Target="../media/image201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193.png"/><Relationship Id="rId11" Type="http://schemas.openxmlformats.org/officeDocument/2006/relationships/image" Target="../media/image20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Relationship Id="rId9" Type="http://schemas.openxmlformats.org/officeDocument/2006/relationships/image" Target="../media/image193.png"/><Relationship Id="rId10" Type="http://schemas.openxmlformats.org/officeDocument/2006/relationships/image" Target="../media/image20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0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93.png"/><Relationship Id="rId8" Type="http://schemas.openxmlformats.org/officeDocument/2006/relationships/image" Target="../media/image208.png"/><Relationship Id="rId9" Type="http://schemas.openxmlformats.org/officeDocument/2006/relationships/image" Target="../media/image20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0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193.png"/><Relationship Id="rId8" Type="http://schemas.openxmlformats.org/officeDocument/2006/relationships/image" Target="../media/image210.png"/><Relationship Id="rId9" Type="http://schemas.openxmlformats.org/officeDocument/2006/relationships/image" Target="../media/image21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1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Relationship Id="rId9" Type="http://schemas.openxmlformats.org/officeDocument/2006/relationships/image" Target="../media/image21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6896100"/>
            <a:ext cx="7429500" cy="1638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" y="4495800"/>
            <a:ext cx="166116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70231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876800"/>
            <a:ext cx="6959600" cy="243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200" y="7543800"/>
            <a:ext cx="7048500" cy="102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26035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6400" y="4927600"/>
            <a:ext cx="177419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4051300"/>
            <a:ext cx="71120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60325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876800"/>
            <a:ext cx="59055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70700"/>
            <a:ext cx="76073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300" y="2349500"/>
            <a:ext cx="8178800" cy="161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3822700"/>
            <a:ext cx="16408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2743200"/>
            <a:ext cx="6172200" cy="497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800" y="7848600"/>
            <a:ext cx="126365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521200"/>
            <a:ext cx="3860800" cy="4953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500" y="4521200"/>
            <a:ext cx="3860800" cy="4953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4521200"/>
            <a:ext cx="3860800" cy="4953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8200" y="4521200"/>
            <a:ext cx="3860800" cy="4953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9400" y="4521200"/>
            <a:ext cx="3860800" cy="4953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413000"/>
            <a:ext cx="15925800" cy="1384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403600" y="3098800"/>
            <a:ext cx="20218400" cy="1549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38400" y="9410700"/>
            <a:ext cx="20320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400" y="9410700"/>
            <a:ext cx="20320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4521200"/>
            <a:ext cx="3860800" cy="4953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500" y="4521200"/>
            <a:ext cx="3860800" cy="4953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700" y="4521200"/>
            <a:ext cx="3860800" cy="4953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8200" y="4521200"/>
            <a:ext cx="3860800" cy="49530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79400" y="4521200"/>
            <a:ext cx="3860800" cy="4953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2413000"/>
            <a:ext cx="15925800" cy="1384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403600" y="3098800"/>
            <a:ext cx="20218400" cy="154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" y="457200"/>
            <a:ext cx="17475200" cy="953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9400" y="3937000"/>
            <a:ext cx="908050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2743200"/>
            <a:ext cx="6172200" cy="497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8153400"/>
            <a:ext cx="131318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" y="3848100"/>
            <a:ext cx="14935200" cy="392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94000" y="2336800"/>
            <a:ext cx="19583400" cy="154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7861300"/>
            <a:ext cx="1508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4381500"/>
            <a:ext cx="8483600" cy="5092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0" y="5943600"/>
            <a:ext cx="2489200" cy="2489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2413000"/>
            <a:ext cx="167005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03600" y="3098800"/>
            <a:ext cx="20218400" cy="1549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14600" y="9410700"/>
            <a:ext cx="1943100" cy="41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62000" y="4813300"/>
            <a:ext cx="65278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454400"/>
            <a:ext cx="169799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3086100"/>
            <a:ext cx="2349500" cy="26162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4600" y="2946400"/>
            <a:ext cx="3009900" cy="2781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600" y="7454900"/>
            <a:ext cx="1778000" cy="213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5600" y="6515100"/>
            <a:ext cx="1803400" cy="30861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100" y="2667000"/>
            <a:ext cx="3683000" cy="33274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6800" y="2667000"/>
            <a:ext cx="3683000" cy="33274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6959600"/>
            <a:ext cx="3683000" cy="3327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6667500"/>
            <a:ext cx="3683000" cy="3327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641600" y="3276600"/>
            <a:ext cx="198628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300" y="3695700"/>
            <a:ext cx="40640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01900" y="2400300"/>
            <a:ext cx="197485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72100" y="3073400"/>
            <a:ext cx="22174200" cy="157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4700" y="4749800"/>
            <a:ext cx="57150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5143500"/>
            <a:ext cx="3111500" cy="4724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3327400"/>
            <a:ext cx="11125200" cy="5486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349500"/>
            <a:ext cx="43688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8788400"/>
            <a:ext cx="3797300" cy="92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7000" y="8013700"/>
            <a:ext cx="38862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5143500"/>
            <a:ext cx="3111500" cy="4724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3429000"/>
            <a:ext cx="12407900" cy="533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349500"/>
            <a:ext cx="43180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5700" y="8661400"/>
            <a:ext cx="4051300" cy="965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9200" y="7912100"/>
            <a:ext cx="39243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5143500"/>
            <a:ext cx="3111500" cy="4724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43300"/>
            <a:ext cx="11734800" cy="476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349500"/>
            <a:ext cx="54483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8229600"/>
            <a:ext cx="3746500" cy="965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9100" y="7696200"/>
            <a:ext cx="38989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5143500"/>
            <a:ext cx="3111500" cy="4724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00" y="3454400"/>
            <a:ext cx="4076700" cy="5435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454400"/>
            <a:ext cx="4076700" cy="5435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2349500"/>
            <a:ext cx="5448300" cy="1384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8826500"/>
            <a:ext cx="4483100" cy="939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3100" y="8826500"/>
            <a:ext cx="4318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800" y="5143500"/>
            <a:ext cx="3111500" cy="4724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100" y="4318000"/>
            <a:ext cx="7950200" cy="537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2374900"/>
            <a:ext cx="147955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670300" y="3098800"/>
            <a:ext cx="205105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4165600"/>
            <a:ext cx="14262100" cy="2120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7581900"/>
            <a:ext cx="14262100" cy="212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838200"/>
            <a:ext cx="7112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66800" y="2336800"/>
            <a:ext cx="182753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3949700"/>
            <a:ext cx="6172200" cy="5727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3556000"/>
            <a:ext cx="3403600" cy="6172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2374900"/>
            <a:ext cx="16294100" cy="138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40100"/>
            <a:ext cx="11404600" cy="646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2311400"/>
            <a:ext cx="14922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2743200"/>
            <a:ext cx="6172200" cy="497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12900" y="7848600"/>
            <a:ext cx="186817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3098800"/>
            <a:ext cx="11849100" cy="665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19100" y="2070100"/>
            <a:ext cx="164719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3835400"/>
            <a:ext cx="9982200" cy="554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2425700"/>
            <a:ext cx="15557500" cy="1447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2900" y="6108700"/>
            <a:ext cx="4191000" cy="203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81B53B-88CE-4CC6-A59B-38F758ECEB00}"/>
              </a:ext>
            </a:extLst>
          </p:cNvPr>
          <p:cNvSpPr txBox="1"/>
          <p:nvPr/>
        </p:nvSpPr>
        <p:spPr>
          <a:xfrm>
            <a:off x="1170215" y="7048500"/>
            <a:ext cx="4405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https://playentry.org/project/68f51d0c3993e6c0e17c3c70</a:t>
            </a:r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400" y="3543300"/>
            <a:ext cx="15240000" cy="5283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2400300"/>
            <a:ext cx="3441700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3873500"/>
            <a:ext cx="9118600" cy="5029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400" y="3365500"/>
            <a:ext cx="5778500" cy="603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082800"/>
            <a:ext cx="16243300" cy="138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3746500"/>
            <a:ext cx="14859000" cy="521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0" y="5321300"/>
            <a:ext cx="17272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082800"/>
            <a:ext cx="10680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3200400"/>
            <a:ext cx="5689600" cy="636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500" y="7645400"/>
            <a:ext cx="5080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6794500"/>
            <a:ext cx="3022600" cy="72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0" y="2082800"/>
            <a:ext cx="154051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3111500"/>
            <a:ext cx="11747500" cy="373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5417800" cy="1384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0700" y="6540500"/>
            <a:ext cx="4102100" cy="3136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000" y="6540500"/>
            <a:ext cx="3962400" cy="31369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1100" y="6540500"/>
            <a:ext cx="3505200" cy="31369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36700" y="2997200"/>
            <a:ext cx="2235200" cy="6591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49400" y="2959100"/>
            <a:ext cx="2260600" cy="6807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61600" y="3009900"/>
            <a:ext cx="27305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00" y="5232400"/>
            <a:ext cx="8788400" cy="3276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0" y="5613400"/>
            <a:ext cx="17653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200" y="6591300"/>
            <a:ext cx="1968500" cy="76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260600"/>
            <a:ext cx="107569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5346700"/>
            <a:ext cx="7759700" cy="2755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00" y="4381500"/>
            <a:ext cx="4864100" cy="4419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3900" y="7137400"/>
            <a:ext cx="4559300" cy="265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9200" y="5511800"/>
            <a:ext cx="1397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4900" y="6362700"/>
            <a:ext cx="1739900" cy="762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4400" y="4394200"/>
            <a:ext cx="1371600" cy="850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07900" y="6362700"/>
            <a:ext cx="8001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2260600"/>
            <a:ext cx="121539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2146300"/>
            <a:ext cx="4991100" cy="759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4400" y="4572000"/>
            <a:ext cx="6223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1100" y="2374900"/>
            <a:ext cx="5181600" cy="307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1100" y="5918200"/>
            <a:ext cx="2451100" cy="388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300" y="2222500"/>
            <a:ext cx="106299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835400"/>
            <a:ext cx="7950200" cy="519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00" y="3835400"/>
            <a:ext cx="8216900" cy="521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3644900"/>
            <a:ext cx="97028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3657600"/>
            <a:ext cx="5168900" cy="1257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700" y="3721100"/>
            <a:ext cx="9702800" cy="138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3644900"/>
            <a:ext cx="97028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4356100"/>
            <a:ext cx="4965700" cy="1257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419600"/>
            <a:ext cx="8178800" cy="138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3644900"/>
            <a:ext cx="97028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400" y="5156200"/>
            <a:ext cx="5613400" cy="180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000" y="5143500"/>
            <a:ext cx="9220200" cy="199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3644900"/>
            <a:ext cx="97028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6464300"/>
            <a:ext cx="9486900" cy="228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3400" y="3657600"/>
            <a:ext cx="11087100" cy="386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606800"/>
            <a:ext cx="9067800" cy="571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95700"/>
            <a:ext cx="48895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000" y="3721100"/>
            <a:ext cx="9067800" cy="138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606800"/>
            <a:ext cx="9067800" cy="571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4432300"/>
            <a:ext cx="47498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5300" y="4216400"/>
            <a:ext cx="91313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606800"/>
            <a:ext cx="9067800" cy="571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5143500"/>
            <a:ext cx="8750300" cy="4165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8200" y="5778500"/>
            <a:ext cx="6375400" cy="386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082800"/>
            <a:ext cx="16141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700" y="4025900"/>
            <a:ext cx="8102600" cy="4800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3949700"/>
            <a:ext cx="7835900" cy="495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082800"/>
            <a:ext cx="153543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279900"/>
            <a:ext cx="7797800" cy="449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53543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00" y="5067300"/>
            <a:ext cx="50165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4737100"/>
            <a:ext cx="79121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279900"/>
            <a:ext cx="7797800" cy="449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53543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00" y="5778500"/>
            <a:ext cx="7658100" cy="298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2800" y="6299200"/>
            <a:ext cx="91186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56100"/>
            <a:ext cx="8242300" cy="436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53543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43400"/>
            <a:ext cx="4978400" cy="2260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000" y="4660900"/>
            <a:ext cx="110998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56100"/>
            <a:ext cx="8242300" cy="436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53543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235700"/>
            <a:ext cx="8229600" cy="1663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5080000"/>
            <a:ext cx="106553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0" y="3263900"/>
            <a:ext cx="6743700" cy="640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3517900"/>
            <a:ext cx="6172200" cy="5626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100" y="3251200"/>
            <a:ext cx="3505200" cy="647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4330700"/>
            <a:ext cx="2882900" cy="1104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6500" y="6527800"/>
            <a:ext cx="10795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8813800"/>
            <a:ext cx="16891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7400" y="6375400"/>
            <a:ext cx="46101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3175000"/>
            <a:ext cx="11125200" cy="1056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648200"/>
            <a:ext cx="5486400" cy="1562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7800" y="4622800"/>
            <a:ext cx="93218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3175000"/>
            <a:ext cx="11125200" cy="1056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5892800"/>
            <a:ext cx="6756400" cy="421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4300" y="4356100"/>
            <a:ext cx="9791700" cy="5651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3479800"/>
            <a:ext cx="11125200" cy="378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00" y="3263900"/>
            <a:ext cx="7264400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100" y="7391400"/>
            <a:ext cx="95250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3479800"/>
            <a:ext cx="11125200" cy="378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13779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00" y="5029200"/>
            <a:ext cx="10629900" cy="2235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100" y="7391400"/>
            <a:ext cx="96774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3263900"/>
            <a:ext cx="6705600" cy="624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100" y="4673600"/>
            <a:ext cx="8636000" cy="3327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3835400"/>
            <a:ext cx="6692900" cy="501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8115300"/>
            <a:ext cx="33655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2900" y="4597400"/>
            <a:ext cx="17018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251200"/>
            <a:ext cx="10807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4597400"/>
            <a:ext cx="8547100" cy="3530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8100" y="4686300"/>
            <a:ext cx="3086100" cy="142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300" y="5918200"/>
            <a:ext cx="17018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8100" y="4775200"/>
            <a:ext cx="31115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5900" y="7975600"/>
            <a:ext cx="6159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4546600"/>
            <a:ext cx="7861300" cy="2768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76600"/>
            <a:ext cx="7137400" cy="530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100" y="4787900"/>
            <a:ext cx="2120900" cy="736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2800" y="8597900"/>
            <a:ext cx="126492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670300"/>
            <a:ext cx="6616700" cy="552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00" y="3708400"/>
            <a:ext cx="5803900" cy="3098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2100" y="4368800"/>
            <a:ext cx="103505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670300"/>
            <a:ext cx="6616700" cy="552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" y="2082800"/>
            <a:ext cx="12890500" cy="138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6400800"/>
            <a:ext cx="6451600" cy="274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400" y="7302500"/>
            <a:ext cx="95250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09900"/>
            <a:ext cx="8978900" cy="6680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00" y="8788400"/>
            <a:ext cx="44958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1981200"/>
            <a:ext cx="103632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3378200"/>
            <a:ext cx="59182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4826000"/>
            <a:ext cx="2501900" cy="124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200" y="3289300"/>
            <a:ext cx="17780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62230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2209800"/>
            <a:ext cx="122301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229100"/>
            <a:ext cx="147574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7327900"/>
            <a:ext cx="147574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514600"/>
            <a:ext cx="138938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800" y="6223000"/>
            <a:ext cx="144907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사용자 지정</PresentationFormat>
  <Paragraphs>1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2025-11-03T14:08:17Z</dcterms:modified>
  <dc:creator/>
  <dc:description/>
</cp:coreProperties>
</file>