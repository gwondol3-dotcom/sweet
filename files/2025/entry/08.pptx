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6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0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71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2.png"/><Relationship Id="rId5" Type="http://schemas.openxmlformats.org/officeDocument/2006/relationships/image" Target="../media/image81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32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8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32.png"/><Relationship Id="rId7" Type="http://schemas.openxmlformats.org/officeDocument/2006/relationships/image" Target="../media/image94.png"/><Relationship Id="rId8" Type="http://schemas.openxmlformats.org/officeDocument/2006/relationships/image" Target="../media/image8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32.png"/><Relationship Id="rId7" Type="http://schemas.openxmlformats.org/officeDocument/2006/relationships/image" Target="../media/image97.png"/><Relationship Id="rId8" Type="http://schemas.openxmlformats.org/officeDocument/2006/relationships/image" Target="../media/image8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32.png"/><Relationship Id="rId8" Type="http://schemas.openxmlformats.org/officeDocument/2006/relationships/image" Target="../media/image87.png"/><Relationship Id="rId9" Type="http://schemas.openxmlformats.org/officeDocument/2006/relationships/image" Target="../media/image10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99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32.png"/><Relationship Id="rId11" Type="http://schemas.openxmlformats.org/officeDocument/2006/relationships/image" Target="../media/image87.png"/><Relationship Id="rId12" Type="http://schemas.openxmlformats.org/officeDocument/2006/relationships/image" Target="../media/image107.png"/><Relationship Id="rId13" Type="http://schemas.openxmlformats.org/officeDocument/2006/relationships/image" Target="../media/image10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9.png"/><Relationship Id="rId5" Type="http://schemas.openxmlformats.org/officeDocument/2006/relationships/image" Target="../media/image32.png"/><Relationship Id="rId6" Type="http://schemas.openxmlformats.org/officeDocument/2006/relationships/image" Target="../media/image87.png"/><Relationship Id="rId7" Type="http://schemas.openxmlformats.org/officeDocument/2006/relationships/image" Target="../media/image1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32.png"/><Relationship Id="rId11" Type="http://schemas.openxmlformats.org/officeDocument/2006/relationships/image" Target="../media/image87.png"/><Relationship Id="rId12" Type="http://schemas.openxmlformats.org/officeDocument/2006/relationships/image" Target="../media/image117.png"/><Relationship Id="rId13" Type="http://schemas.openxmlformats.org/officeDocument/2006/relationships/image" Target="../media/image1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32.png"/><Relationship Id="rId7" Type="http://schemas.openxmlformats.org/officeDocument/2006/relationships/image" Target="../media/image87.png"/><Relationship Id="rId8" Type="http://schemas.openxmlformats.org/officeDocument/2006/relationships/image" Target="../media/image1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7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32.png"/><Relationship Id="rId7" Type="http://schemas.openxmlformats.org/officeDocument/2006/relationships/image" Target="../media/image87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Relationship Id="rId10" Type="http://schemas.openxmlformats.org/officeDocument/2006/relationships/image" Target="../media/image1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Relationship Id="rId8" Type="http://schemas.openxmlformats.org/officeDocument/2006/relationships/image" Target="../media/image141.png"/><Relationship Id="rId9" Type="http://schemas.openxmlformats.org/officeDocument/2006/relationships/image" Target="../media/image142.png"/><Relationship Id="rId10" Type="http://schemas.openxmlformats.org/officeDocument/2006/relationships/image" Target="../media/image32.png"/><Relationship Id="rId11" Type="http://schemas.openxmlformats.org/officeDocument/2006/relationships/image" Target="../media/image87.png"/><Relationship Id="rId12" Type="http://schemas.openxmlformats.org/officeDocument/2006/relationships/image" Target="../media/image143.png"/><Relationship Id="rId13" Type="http://schemas.openxmlformats.org/officeDocument/2006/relationships/image" Target="../media/image144.png"/><Relationship Id="rId14" Type="http://schemas.openxmlformats.org/officeDocument/2006/relationships/image" Target="../media/image145.png"/><Relationship Id="rId15" Type="http://schemas.openxmlformats.org/officeDocument/2006/relationships/image" Target="../media/image1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6.png"/><Relationship Id="rId5" Type="http://schemas.openxmlformats.org/officeDocument/2006/relationships/image" Target="../media/image32.png"/><Relationship Id="rId6" Type="http://schemas.openxmlformats.org/officeDocument/2006/relationships/image" Target="../media/image87.png"/><Relationship Id="rId7" Type="http://schemas.openxmlformats.org/officeDocument/2006/relationships/image" Target="../media/image147.png"/><Relationship Id="rId8" Type="http://schemas.openxmlformats.org/officeDocument/2006/relationships/image" Target="../media/image148.png"/><Relationship Id="rId9" Type="http://schemas.openxmlformats.org/officeDocument/2006/relationships/image" Target="../media/image149.png"/><Relationship Id="rId10" Type="http://schemas.openxmlformats.org/officeDocument/2006/relationships/image" Target="../media/image150.png"/><Relationship Id="rId11" Type="http://schemas.openxmlformats.org/officeDocument/2006/relationships/image" Target="../media/image15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2.png"/><Relationship Id="rId5" Type="http://schemas.openxmlformats.org/officeDocument/2006/relationships/image" Target="../media/image32.png"/><Relationship Id="rId6" Type="http://schemas.openxmlformats.org/officeDocument/2006/relationships/image" Target="../media/image87.png"/><Relationship Id="rId7" Type="http://schemas.openxmlformats.org/officeDocument/2006/relationships/image" Target="../media/image1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Relationship Id="rId6" Type="http://schemas.openxmlformats.org/officeDocument/2006/relationships/image" Target="../media/image32.png"/><Relationship Id="rId7" Type="http://schemas.openxmlformats.org/officeDocument/2006/relationships/image" Target="../media/image87.png"/><Relationship Id="rId8" Type="http://schemas.openxmlformats.org/officeDocument/2006/relationships/image" Target="../media/image155.png"/><Relationship Id="rId9" Type="http://schemas.openxmlformats.org/officeDocument/2006/relationships/image" Target="../media/image156.png"/><Relationship Id="rId10" Type="http://schemas.openxmlformats.org/officeDocument/2006/relationships/image" Target="../media/image157.png"/><Relationship Id="rId11" Type="http://schemas.openxmlformats.org/officeDocument/2006/relationships/image" Target="../media/image158.png"/><Relationship Id="rId12" Type="http://schemas.openxmlformats.org/officeDocument/2006/relationships/image" Target="../media/image15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87.png"/><Relationship Id="rId6" Type="http://schemas.openxmlformats.org/officeDocument/2006/relationships/image" Target="../media/image153.png"/><Relationship Id="rId7" Type="http://schemas.openxmlformats.org/officeDocument/2006/relationships/image" Target="../media/image160.png"/><Relationship Id="rId8" Type="http://schemas.openxmlformats.org/officeDocument/2006/relationships/image" Target="../media/image155.png"/><Relationship Id="rId9" Type="http://schemas.openxmlformats.org/officeDocument/2006/relationships/image" Target="../media/image161.png"/><Relationship Id="rId10" Type="http://schemas.openxmlformats.org/officeDocument/2006/relationships/image" Target="../media/image16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3.png"/><Relationship Id="rId5" Type="http://schemas.openxmlformats.org/officeDocument/2006/relationships/image" Target="../media/image164.png"/><Relationship Id="rId6" Type="http://schemas.openxmlformats.org/officeDocument/2006/relationships/image" Target="../media/image165.png"/><Relationship Id="rId7" Type="http://schemas.openxmlformats.org/officeDocument/2006/relationships/image" Target="../media/image16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879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99400" y="1625600"/>
            <a:ext cx="1689100" cy="168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638800" y="6934200"/>
            <a:ext cx="6070600" cy="1168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96200" y="1524000"/>
            <a:ext cx="2108200" cy="149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91000" y="6896100"/>
            <a:ext cx="7734300" cy="163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279400" y="2844800"/>
            <a:ext cx="16598900" cy="195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8100" y="4533900"/>
            <a:ext cx="175895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5000" y="7442200"/>
            <a:ext cx="1333500" cy="133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91100" y="7442200"/>
            <a:ext cx="1333500" cy="1333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77200" y="7442200"/>
            <a:ext cx="1333500" cy="133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04900" y="3924300"/>
            <a:ext cx="15290800" cy="527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330700" y="2273300"/>
            <a:ext cx="8166100" cy="2197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2700" y="4343400"/>
            <a:ext cx="1485900" cy="1219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57300" y="6680200"/>
            <a:ext cx="1485900" cy="1219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19200" y="4787900"/>
            <a:ext cx="6959600" cy="243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58900" y="7289800"/>
            <a:ext cx="6959600" cy="1371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636000" y="6007100"/>
            <a:ext cx="2286000" cy="1219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661400" y="7594600"/>
            <a:ext cx="11557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648700" y="6489700"/>
            <a:ext cx="23241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686800" y="8102600"/>
            <a:ext cx="48641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636000" y="4343400"/>
            <a:ext cx="1485900" cy="1219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661400" y="4826000"/>
            <a:ext cx="9144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92600" y="2286000"/>
            <a:ext cx="8153400" cy="219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93900" y="4635500"/>
            <a:ext cx="136652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71700" y="3911600"/>
            <a:ext cx="2387600" cy="1689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48200" y="4127500"/>
            <a:ext cx="6451600" cy="177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660900" y="6019800"/>
            <a:ext cx="8229600" cy="1193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1700" y="5880100"/>
            <a:ext cx="2641600" cy="168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165600" y="1993900"/>
            <a:ext cx="8115300" cy="2197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635500" y="4902200"/>
            <a:ext cx="39370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10100" y="6870700"/>
            <a:ext cx="69088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69200" y="4483100"/>
            <a:ext cx="2654300" cy="2959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6600" y="4483100"/>
            <a:ext cx="3060700" cy="295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37500" y="6057900"/>
            <a:ext cx="1917700" cy="13970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82500" y="4483100"/>
            <a:ext cx="3035300" cy="303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13100" y="889000"/>
            <a:ext cx="6451600" cy="177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2400" y="2413000"/>
            <a:ext cx="10185400" cy="2032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1100" y="8699500"/>
            <a:ext cx="14693900" cy="1358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258800" y="7505700"/>
            <a:ext cx="1524000" cy="160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69300" y="7505700"/>
            <a:ext cx="15240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22400" y="4559300"/>
            <a:ext cx="3276600" cy="3860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762500" y="5232400"/>
            <a:ext cx="1206500" cy="30861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33000" y="3670300"/>
            <a:ext cx="4648200" cy="4648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13100" y="889000"/>
            <a:ext cx="6451600" cy="177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81100" y="2362200"/>
            <a:ext cx="144653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81100" y="8534400"/>
            <a:ext cx="118872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89100" y="3886200"/>
            <a:ext cx="2616200" cy="38735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3886200"/>
            <a:ext cx="3721100" cy="3873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667500" y="3886200"/>
            <a:ext cx="3378200" cy="387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13100" y="889000"/>
            <a:ext cx="6451600" cy="177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8400" y="2362200"/>
            <a:ext cx="60452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68400" y="8242300"/>
            <a:ext cx="88265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13100" y="889000"/>
            <a:ext cx="6451600" cy="177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93800" y="2413000"/>
            <a:ext cx="9804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4749800"/>
            <a:ext cx="2578100" cy="203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007100" y="5969000"/>
            <a:ext cx="2679700" cy="1346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68700" y="6934200"/>
            <a:ext cx="1587500" cy="2032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64300" y="3924300"/>
            <a:ext cx="2578100" cy="203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10800" y="6807200"/>
            <a:ext cx="2679700" cy="1346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734800" y="4635500"/>
            <a:ext cx="2082800" cy="2032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68400" y="8585200"/>
            <a:ext cx="73025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153900" y="4597400"/>
            <a:ext cx="3848100" cy="298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7200" y="4597400"/>
            <a:ext cx="3860800" cy="294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37400" y="4597400"/>
            <a:ext cx="3429000" cy="294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13100" y="889000"/>
            <a:ext cx="6451600" cy="177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93800" y="2413000"/>
            <a:ext cx="12750800" cy="203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32000" y="7594600"/>
            <a:ext cx="2946400" cy="195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78700" y="7594600"/>
            <a:ext cx="2908300" cy="195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71400" y="7581900"/>
            <a:ext cx="3467100" cy="2006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98900" y="6096000"/>
            <a:ext cx="8572500" cy="2514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13100" y="889000"/>
            <a:ext cx="6451600" cy="177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451100"/>
            <a:ext cx="135255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7800" y="3619500"/>
            <a:ext cx="5842000" cy="584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13100" y="889000"/>
            <a:ext cx="6451600" cy="177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62200"/>
            <a:ext cx="12128500" cy="135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94600" y="4356100"/>
            <a:ext cx="7378700" cy="1968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07300" y="6540500"/>
            <a:ext cx="74803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46200" y="4279900"/>
            <a:ext cx="2082800" cy="1054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58700" y="3708400"/>
            <a:ext cx="3632200" cy="533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52900" y="5664200"/>
            <a:ext cx="2082800" cy="2070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6200" y="5956300"/>
            <a:ext cx="2489200" cy="3086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13100" y="889000"/>
            <a:ext cx="6451600" cy="177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81100" y="2362200"/>
            <a:ext cx="12128500" cy="1358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41400" y="4241800"/>
            <a:ext cx="4800600" cy="4800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45600" y="3644900"/>
            <a:ext cx="2882900" cy="2235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245600" y="6235700"/>
            <a:ext cx="2870200" cy="287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972300" y="5537200"/>
            <a:ext cx="1955800" cy="1346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2717800"/>
            <a:ext cx="6172200" cy="6172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277600" y="5130800"/>
            <a:ext cx="1955800" cy="1346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213100" y="889000"/>
            <a:ext cx="6451600" cy="177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293100" y="3314700"/>
            <a:ext cx="7975600" cy="135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803900" y="7239000"/>
            <a:ext cx="110109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55700" y="6311900"/>
            <a:ext cx="2565400" cy="2565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67600" y="4622800"/>
            <a:ext cx="7556500" cy="473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3300" y="2438400"/>
            <a:ext cx="14820900" cy="3403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" y="4914900"/>
            <a:ext cx="37338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41400" y="3543300"/>
            <a:ext cx="15900400" cy="276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3300" y="2400300"/>
            <a:ext cx="3441700" cy="168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6700" y="4699000"/>
            <a:ext cx="7112000" cy="39243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10800" y="3848100"/>
            <a:ext cx="5270500" cy="5511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25600" y="2552700"/>
            <a:ext cx="12992100" cy="264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1200" y="4356100"/>
            <a:ext cx="13538200" cy="4648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29500" y="5816600"/>
            <a:ext cx="1333500" cy="58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2425700"/>
            <a:ext cx="106807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67400" y="3124200"/>
            <a:ext cx="6350000" cy="666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91900" y="7581900"/>
            <a:ext cx="825500" cy="838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51500" y="6743700"/>
            <a:ext cx="3492500" cy="838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79600" y="2171700"/>
            <a:ext cx="134239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38200" y="4191000"/>
            <a:ext cx="7518400" cy="44196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75500" y="4838700"/>
            <a:ext cx="7073900" cy="43180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236700" y="4953000"/>
            <a:ext cx="2628900" cy="4533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25500" y="7759700"/>
            <a:ext cx="825500" cy="838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14900" y="6718300"/>
            <a:ext cx="977900" cy="1003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88200" y="5994400"/>
            <a:ext cx="977900" cy="1003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23500" y="6769100"/>
            <a:ext cx="977900" cy="1244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39900" y="2438400"/>
            <a:ext cx="13411200" cy="1968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379200" y="3441700"/>
            <a:ext cx="54991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13300" y="4546600"/>
            <a:ext cx="7162800" cy="528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52600" y="2501900"/>
            <a:ext cx="133985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277600" y="3505200"/>
            <a:ext cx="3975100" cy="6172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792200" y="3505200"/>
            <a:ext cx="977900" cy="685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80900" y="4076700"/>
            <a:ext cx="1511300" cy="78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69700" y="5232400"/>
            <a:ext cx="35306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747500" y="6197600"/>
            <a:ext cx="711200" cy="57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030200" y="7924800"/>
            <a:ext cx="1727200" cy="647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92300" y="2286000"/>
            <a:ext cx="13462000" cy="508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895600" y="3340100"/>
            <a:ext cx="2286000" cy="260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257800" y="3340100"/>
            <a:ext cx="2286000" cy="260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229600" y="3632200"/>
            <a:ext cx="8382000" cy="612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69300" y="4330700"/>
            <a:ext cx="1549400" cy="81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87400" y="2159000"/>
            <a:ext cx="121539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9300" y="2400300"/>
            <a:ext cx="14706600" cy="135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1400" y="3479800"/>
            <a:ext cx="14122400" cy="1130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8700" y="4483100"/>
            <a:ext cx="15316200" cy="113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79500" y="6616700"/>
            <a:ext cx="15582900" cy="2184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66800" y="5499100"/>
            <a:ext cx="14046200" cy="113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8178800"/>
            <a:ext cx="1355090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3225800"/>
            <a:ext cx="15595600" cy="1638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" y="4597400"/>
            <a:ext cx="15582900" cy="3695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79500" y="7353300"/>
            <a:ext cx="15392400" cy="267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92200" y="2425700"/>
            <a:ext cx="138176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6600" y="3784600"/>
            <a:ext cx="7340600" cy="5765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445500" y="4000500"/>
            <a:ext cx="8369300" cy="5562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035800" y="2286000"/>
            <a:ext cx="3695700" cy="203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8737600"/>
            <a:ext cx="2413000" cy="129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69700" y="8864600"/>
            <a:ext cx="30607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179300" y="3225800"/>
            <a:ext cx="4660900" cy="6680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570200" y="3225800"/>
            <a:ext cx="1270000" cy="85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11400" y="4140200"/>
            <a:ext cx="18288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95200" y="6032500"/>
            <a:ext cx="4305300" cy="1104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95200" y="7416800"/>
            <a:ext cx="3810000" cy="1066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27200" y="8826500"/>
            <a:ext cx="2070100" cy="825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08100" y="2095500"/>
            <a:ext cx="11912600" cy="193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00200" y="3657600"/>
            <a:ext cx="10769600" cy="1358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38300" y="4991100"/>
            <a:ext cx="9677400" cy="386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568700" y="2997200"/>
            <a:ext cx="2286000" cy="260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578600" y="2997200"/>
            <a:ext cx="2286000" cy="260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39400" y="5727700"/>
            <a:ext cx="5905500" cy="393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" y="2400300"/>
            <a:ext cx="5803900" cy="203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8200" y="3365500"/>
            <a:ext cx="14605000" cy="264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38200" y="4914900"/>
            <a:ext cx="16395700" cy="264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12800" y="6426200"/>
            <a:ext cx="9004300" cy="2641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00100" y="7924800"/>
            <a:ext cx="92964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5200" y="3568700"/>
            <a:ext cx="15557500" cy="5918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35800" y="2286000"/>
            <a:ext cx="36957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23200" y="2590800"/>
            <a:ext cx="508000" cy="5715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09200" y="7569200"/>
            <a:ext cx="6172200" cy="209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2311400"/>
            <a:ext cx="6908800" cy="135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08100" y="3619500"/>
            <a:ext cx="10947400" cy="965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20800" y="4584700"/>
            <a:ext cx="14960600" cy="965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08100" y="5511800"/>
            <a:ext cx="14859000" cy="965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20800" y="6489700"/>
            <a:ext cx="123190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63900" y="812800"/>
            <a:ext cx="96393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23200" y="2590800"/>
            <a:ext cx="508000" cy="5715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7700" y="8242300"/>
            <a:ext cx="9994900" cy="154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2311400"/>
            <a:ext cx="6908800" cy="135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08100" y="3238500"/>
            <a:ext cx="6946900" cy="965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20800" y="4305300"/>
            <a:ext cx="15265400" cy="3098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92200" y="4102100"/>
            <a:ext cx="14262100" cy="181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92200" y="7315200"/>
            <a:ext cx="14262100" cy="1816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400" y="673100"/>
            <a:ext cx="4013200" cy="168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2413000"/>
            <a:ext cx="13893800" cy="264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14400" y="6045200"/>
            <a:ext cx="14490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130800" y="4025900"/>
            <a:ext cx="7493000" cy="300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creator/>
  <cp:lastModifiedBy/>
  <dc:description/>
</cp:coreProperties>
</file>