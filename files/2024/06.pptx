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6.png" Type="http://schemas.openxmlformats.org/officeDocument/2006/relationships/image"/><Relationship Id="rId8" Target="../media/image48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8.png" Type="http://schemas.openxmlformats.org/officeDocument/2006/relationships/image"/><Relationship Id="rId8" Target="../media/image4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64.png" Type="http://schemas.openxmlformats.org/officeDocument/2006/relationships/image"/><Relationship Id="rId6" Target="../media/image45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13" Target="../media/image78.png" Type="http://schemas.openxmlformats.org/officeDocument/2006/relationships/image"/><Relationship Id="rId14" Target="../media/image73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64.png" Type="http://schemas.openxmlformats.org/officeDocument/2006/relationships/image"/><Relationship Id="rId6" Target="../media/image45.png" Type="http://schemas.openxmlformats.org/officeDocument/2006/relationships/image"/><Relationship Id="rId7" Target="../media/image74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73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64.png" Type="http://schemas.openxmlformats.org/officeDocument/2006/relationships/image"/><Relationship Id="rId6" Target="../media/image45.png" Type="http://schemas.openxmlformats.org/officeDocument/2006/relationships/image"/><Relationship Id="rId7" Target="../media/image79.png" Type="http://schemas.openxmlformats.org/officeDocument/2006/relationships/image"/><Relationship Id="rId8" Target="../media/image66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13" Target="../media/image87.png" Type="http://schemas.openxmlformats.org/officeDocument/2006/relationships/image"/><Relationship Id="rId14" Target="../media/image88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2.png" Type="http://schemas.openxmlformats.org/officeDocument/2006/relationships/image"/><Relationship Id="rId8" Target="../media/image83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9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89.png" Type="http://schemas.openxmlformats.org/officeDocument/2006/relationships/image"/><Relationship Id="rId12" Target="../media/image105.png" Type="http://schemas.openxmlformats.org/officeDocument/2006/relationships/image"/><Relationship Id="rId13" Target="../media/image106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89.png" Type="http://schemas.openxmlformats.org/officeDocument/2006/relationships/image"/><Relationship Id="rId13" Target="../media/image105.png" Type="http://schemas.openxmlformats.org/officeDocument/2006/relationships/image"/><Relationship Id="rId14" Target="../media/image110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105.png" Type="http://schemas.openxmlformats.org/officeDocument/2006/relationships/image"/><Relationship Id="rId12" Target="../media/image112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png" Type="http://schemas.openxmlformats.org/officeDocument/2006/relationships/image"/><Relationship Id="rId12" Target="../media/image117.png" Type="http://schemas.openxmlformats.org/officeDocument/2006/relationships/image"/><Relationship Id="rId13" Target="../media/image89.png" Type="http://schemas.openxmlformats.org/officeDocument/2006/relationships/image"/><Relationship Id="rId14" Target="../media/image105.png" Type="http://schemas.openxmlformats.org/officeDocument/2006/relationships/image"/><Relationship Id="rId15" Target="../media/image118.png" Type="http://schemas.openxmlformats.org/officeDocument/2006/relationships/image"/><Relationship Id="rId16" Target="../media/image119.png" Type="http://schemas.openxmlformats.org/officeDocument/2006/relationships/image"/><Relationship Id="rId17" Target="../media/image120.png" Type="http://schemas.openxmlformats.org/officeDocument/2006/relationships/image"/><Relationship Id="rId18" Target="../media/image121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81.png" Type="http://schemas.openxmlformats.org/officeDocument/2006/relationships/image"/><Relationship Id="rId6" Target="../media/image45.png" Type="http://schemas.openxmlformats.org/officeDocument/2006/relationships/image"/><Relationship Id="rId7" Target="../media/image83.png" Type="http://schemas.openxmlformats.org/officeDocument/2006/relationships/image"/><Relationship Id="rId8" Target="../media/image67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43.png" Type="http://schemas.openxmlformats.org/officeDocument/2006/relationships/image"/><Relationship Id="rId13" Target="../media/image81.png" Type="http://schemas.openxmlformats.org/officeDocument/2006/relationships/image"/><Relationship Id="rId14" Target="../media/image83.png" Type="http://schemas.openxmlformats.org/officeDocument/2006/relationships/image"/><Relationship Id="rId15" Target="../media/image128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122.png" Type="http://schemas.openxmlformats.org/officeDocument/2006/relationships/image"/><Relationship Id="rId5" Target="../media/image45.png" Type="http://schemas.openxmlformats.org/officeDocument/2006/relationships/image"/><Relationship Id="rId6" Target="../media/image123.png" Type="http://schemas.openxmlformats.org/officeDocument/2006/relationships/image"/><Relationship Id="rId7" Target="../media/image67.png" Type="http://schemas.openxmlformats.org/officeDocument/2006/relationships/image"/><Relationship Id="rId8" Target="../media/image124.png" Type="http://schemas.openxmlformats.org/officeDocument/2006/relationships/image"/><Relationship Id="rId9" Target="../media/image12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2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129.png" Type="http://schemas.openxmlformats.org/officeDocument/2006/relationships/image"/><Relationship Id="rId6" Target="../media/image45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6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12" Target="../media/image135.png" Type="http://schemas.openxmlformats.org/officeDocument/2006/relationships/image"/><Relationship Id="rId13" Target="../media/image136.png" Type="http://schemas.openxmlformats.org/officeDocument/2006/relationships/image"/><Relationship Id="rId14" Target="../media/image137.png" Type="http://schemas.openxmlformats.org/officeDocument/2006/relationships/image"/><Relationship Id="rId15" Target="../media/image132.png" Type="http://schemas.openxmlformats.org/officeDocument/2006/relationships/image"/><Relationship Id="rId2" Target="../media/image62.png" Type="http://schemas.openxmlformats.org/officeDocument/2006/relationships/image"/><Relationship Id="rId3" Target="../media/image63.png" Type="http://schemas.openxmlformats.org/officeDocument/2006/relationships/image"/><Relationship Id="rId4" Target="../media/image43.png" Type="http://schemas.openxmlformats.org/officeDocument/2006/relationships/image"/><Relationship Id="rId5" Target="../media/image129.png" Type="http://schemas.openxmlformats.org/officeDocument/2006/relationships/image"/><Relationship Id="rId6" Target="../media/image45.png" Type="http://schemas.openxmlformats.org/officeDocument/2006/relationships/image"/><Relationship Id="rId7" Target="../media/image131.png" Type="http://schemas.openxmlformats.org/officeDocument/2006/relationships/image"/><Relationship Id="rId8" Target="../media/image67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8.png" Type="http://schemas.openxmlformats.org/officeDocument/2006/relationships/image"/><Relationship Id="rId3" Target="../media/image139.png" Type="http://schemas.openxmlformats.org/officeDocument/2006/relationships/image"/><Relationship Id="rId4" Target="../media/image67.png" Type="http://schemas.openxmlformats.org/officeDocument/2006/relationships/image"/><Relationship Id="rId5" Target="../media/image140.png" Type="http://schemas.openxmlformats.org/officeDocument/2006/relationships/image"/><Relationship Id="rId6" Target="../media/image1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1700" y="4699000"/>
            <a:ext cx="17767300" cy="494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40100" y="2946400"/>
            <a:ext cx="14211300" cy="367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3175000"/>
            <a:ext cx="35179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0500" y="6324600"/>
            <a:ext cx="1859280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83820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41900" y="4483100"/>
            <a:ext cx="12496800" cy="18288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50038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232400" y="7213600"/>
            <a:ext cx="12509500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851400" y="4419600"/>
            <a:ext cx="11201400" cy="203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38200" y="8026400"/>
            <a:ext cx="40894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419600" y="8001000"/>
            <a:ext cx="4597400" cy="1231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559800" y="8013700"/>
            <a:ext cx="4660900" cy="120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58700" y="8001000"/>
            <a:ext cx="46482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74500" y="4000500"/>
            <a:ext cx="3822700" cy="48006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530600" y="4279900"/>
            <a:ext cx="6172200" cy="4114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035300" y="2819400"/>
            <a:ext cx="208534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16400" y="3746500"/>
            <a:ext cx="4330700" cy="433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299700" y="4025900"/>
            <a:ext cx="3771900" cy="3771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81000" y="2628900"/>
            <a:ext cx="17995900" cy="137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715000" y="8255000"/>
            <a:ext cx="71501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4229100"/>
            <a:ext cx="34251900" cy="1883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406400"/>
            <a:ext cx="17119600" cy="9423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44700" y="5943600"/>
            <a:ext cx="1905000" cy="347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1562100" y="4470400"/>
            <a:ext cx="194183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4600" y="3009900"/>
            <a:ext cx="9131300" cy="139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" y="4940300"/>
            <a:ext cx="10668000" cy="1320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95500" y="3581400"/>
            <a:ext cx="2603500" cy="575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6959600"/>
            <a:ext cx="122301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06500" y="2362200"/>
            <a:ext cx="150622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94000" y="215900"/>
            <a:ext cx="12522200" cy="123571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956300" y="6400800"/>
            <a:ext cx="3073400" cy="3073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969000" y="3327400"/>
            <a:ext cx="3009900" cy="30099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93200" y="3352800"/>
            <a:ext cx="3009900" cy="30099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067800" y="6426200"/>
            <a:ext cx="3060700" cy="3060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63500" y="2565400"/>
            <a:ext cx="16700500" cy="198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600700" y="6032500"/>
            <a:ext cx="2082800" cy="27940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44000" y="6070600"/>
            <a:ext cx="3835400" cy="2794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78000" y="4457700"/>
            <a:ext cx="14986000" cy="1574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509000" y="8902700"/>
            <a:ext cx="5054600" cy="520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12700" y="4178300"/>
            <a:ext cx="17526000" cy="144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0" y="5905500"/>
            <a:ext cx="13741400" cy="2057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2374900"/>
            <a:ext cx="13309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441700" y="8039100"/>
            <a:ext cx="4267200" cy="723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57400" y="7912100"/>
            <a:ext cx="6477000" cy="13589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514600" y="4025900"/>
            <a:ext cx="6172200" cy="34671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058400" y="3759200"/>
            <a:ext cx="5143500" cy="40005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79100" y="8039100"/>
            <a:ext cx="4267200" cy="723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550400" y="7912100"/>
            <a:ext cx="61341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8128000" y="-40640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1800" y="5080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737100" y="2768600"/>
            <a:ext cx="8496300" cy="72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425700" y="2628900"/>
            <a:ext cx="11353800" cy="137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8623300"/>
            <a:ext cx="15062200" cy="1041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791200" y="3810000"/>
            <a:ext cx="6578600" cy="47752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223000" y="4330700"/>
            <a:ext cx="4597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762000" y="8547100"/>
            <a:ext cx="17119600" cy="1041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43700" y="4356100"/>
            <a:ext cx="4800600" cy="3619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073900" y="7378700"/>
            <a:ext cx="4470400" cy="6096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889500" y="27686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578100" y="2628900"/>
            <a:ext cx="11353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969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064500" y="3479800"/>
            <a:ext cx="2451100" cy="5016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02700" y="7467600"/>
            <a:ext cx="7620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" y="8623300"/>
            <a:ext cx="15367000" cy="1041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37100" y="25654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25700" y="2413000"/>
            <a:ext cx="11353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969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6172200" y="3606800"/>
            <a:ext cx="5956300" cy="4762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089900" y="3822700"/>
            <a:ext cx="2006600" cy="440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1676400" y="8623300"/>
            <a:ext cx="17856200" cy="1041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37100" y="25654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25700" y="2413000"/>
            <a:ext cx="11353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40400" y="3771900"/>
            <a:ext cx="6629400" cy="4813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210300" y="4216400"/>
            <a:ext cx="4622800" cy="2679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737100" y="2679700"/>
            <a:ext cx="8496300" cy="723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55900" y="2527300"/>
            <a:ext cx="110363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06400" y="8623300"/>
            <a:ext cx="158115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03900" y="3581400"/>
            <a:ext cx="6667500" cy="4838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184900" y="3898900"/>
            <a:ext cx="4762500" cy="294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56800" y="5041900"/>
            <a:ext cx="850900" cy="8509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37100" y="26797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55900" y="2527300"/>
            <a:ext cx="110363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5400" y="8318500"/>
            <a:ext cx="16027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010400" y="4051300"/>
            <a:ext cx="4267200" cy="42164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737100" y="2679700"/>
            <a:ext cx="8496300" cy="72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55900" y="2527300"/>
            <a:ext cx="11036300" cy="1371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1143000" y="8623300"/>
            <a:ext cx="173736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52600" y="3517900"/>
            <a:ext cx="4267200" cy="421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89700" y="3759200"/>
            <a:ext cx="10693400" cy="3594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578100" y="3505200"/>
            <a:ext cx="2717800" cy="4673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715000" y="3505200"/>
            <a:ext cx="2882900" cy="46736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00" y="3543300"/>
            <a:ext cx="2286000" cy="4673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636500" y="3517900"/>
            <a:ext cx="2286000" cy="46863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737100" y="2578100"/>
            <a:ext cx="8496300" cy="7239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755900" y="2425700"/>
            <a:ext cx="11036300" cy="1371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2527300" y="8686800"/>
            <a:ext cx="18846800" cy="1041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819400" y="8293100"/>
            <a:ext cx="5422900" cy="457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16000" y="8204200"/>
            <a:ext cx="7569200" cy="863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931400" y="8305800"/>
            <a:ext cx="5422900" cy="457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975600" y="8216900"/>
            <a:ext cx="77216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84400" y="5041900"/>
            <a:ext cx="12827000" cy="11303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9700" y="7061200"/>
            <a:ext cx="825500" cy="74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57300" y="2857500"/>
            <a:ext cx="16294100" cy="1346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22500" y="6045200"/>
            <a:ext cx="124587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09800" y="7048500"/>
            <a:ext cx="130810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00200" y="4457700"/>
            <a:ext cx="15163800" cy="162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" y="3898900"/>
            <a:ext cx="15621000" cy="4508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080000" y="3124200"/>
            <a:ext cx="6997700" cy="927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19500" y="3022600"/>
            <a:ext cx="9080500" cy="1536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03400" y="4699000"/>
            <a:ext cx="13550900" cy="1130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790700" y="5664200"/>
            <a:ext cx="14528800" cy="1130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90700" y="6629400"/>
            <a:ext cx="10769600" cy="1130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503400" y="863600"/>
            <a:ext cx="30734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