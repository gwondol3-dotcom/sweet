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8.png" Type="http://schemas.openxmlformats.org/officeDocument/2006/relationships/image"/><Relationship Id="rId8" Target="../media/image47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58.png" Type="http://schemas.openxmlformats.org/officeDocument/2006/relationships/image"/><Relationship Id="rId6" Target="../media/image44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4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18" Target="../media/image75.png" Type="http://schemas.openxmlformats.org/officeDocument/2006/relationships/image"/><Relationship Id="rId19" Target="../media/image76.png" Type="http://schemas.openxmlformats.org/officeDocument/2006/relationships/image"/><Relationship Id="rId2" Target="../media/image56.png" Type="http://schemas.openxmlformats.org/officeDocument/2006/relationships/image"/><Relationship Id="rId20" Target="../media/image77.png" Type="http://schemas.openxmlformats.org/officeDocument/2006/relationships/image"/><Relationship Id="rId21" Target="../media/image78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58.png" Type="http://schemas.openxmlformats.org/officeDocument/2006/relationships/image"/><Relationship Id="rId6" Target="../media/image44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79.png" Type="http://schemas.openxmlformats.org/officeDocument/2006/relationships/image"/><Relationship Id="rId6" Target="../media/image44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73.png" Type="http://schemas.openxmlformats.org/officeDocument/2006/relationships/image"/><Relationship Id="rId14" Target="../media/image74.png" Type="http://schemas.openxmlformats.org/officeDocument/2006/relationships/image"/><Relationship Id="rId15" Target="../media/image75.png" Type="http://schemas.openxmlformats.org/officeDocument/2006/relationships/image"/><Relationship Id="rId16" Target="../media/image76.png" Type="http://schemas.openxmlformats.org/officeDocument/2006/relationships/image"/><Relationship Id="rId17" Target="../media/image77.png" Type="http://schemas.openxmlformats.org/officeDocument/2006/relationships/image"/><Relationship Id="rId18" Target="../media/image78.png" Type="http://schemas.openxmlformats.org/officeDocument/2006/relationships/image"/><Relationship Id="rId19" Target="../media/image87.png" Type="http://schemas.openxmlformats.org/officeDocument/2006/relationships/image"/><Relationship Id="rId2" Target="../media/image56.png" Type="http://schemas.openxmlformats.org/officeDocument/2006/relationships/image"/><Relationship Id="rId20" Target="../media/image88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79.png" Type="http://schemas.openxmlformats.org/officeDocument/2006/relationships/image"/><Relationship Id="rId6" Target="../media/image44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14" Target="../media/image87.png" Type="http://schemas.openxmlformats.org/officeDocument/2006/relationships/image"/><Relationship Id="rId15" Target="../media/image97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79.png" Type="http://schemas.openxmlformats.org/officeDocument/2006/relationships/image"/><Relationship Id="rId6" Target="../media/image44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100.png" Type="http://schemas.openxmlformats.org/officeDocument/2006/relationships/image"/><Relationship Id="rId13" Target="../media/image101.png" Type="http://schemas.openxmlformats.org/officeDocument/2006/relationships/image"/><Relationship Id="rId14" Target="../media/image87.png" Type="http://schemas.openxmlformats.org/officeDocument/2006/relationships/image"/><Relationship Id="rId15" Target="../media/image88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79.png" Type="http://schemas.openxmlformats.org/officeDocument/2006/relationships/image"/><Relationship Id="rId6" Target="../media/image44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87.png" Type="http://schemas.openxmlformats.org/officeDocument/2006/relationships/image"/><Relationship Id="rId15" Target="../media/image109.png" Type="http://schemas.openxmlformats.org/officeDocument/2006/relationships/image"/><Relationship Id="rId16" Target="../media/image110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102.png" Type="http://schemas.openxmlformats.org/officeDocument/2006/relationships/image"/><Relationship Id="rId6" Target="../media/image44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87.png" Type="http://schemas.openxmlformats.org/officeDocument/2006/relationships/image"/><Relationship Id="rId14" Target="../media/image114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102.png" Type="http://schemas.openxmlformats.org/officeDocument/2006/relationships/image"/><Relationship Id="rId6" Target="../media/image44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png" Type="http://schemas.openxmlformats.org/officeDocument/2006/relationships/image"/><Relationship Id="rId12" Target="../media/image117.png" Type="http://schemas.openxmlformats.org/officeDocument/2006/relationships/image"/><Relationship Id="rId13" Target="../media/image87.png" Type="http://schemas.openxmlformats.org/officeDocument/2006/relationships/image"/><Relationship Id="rId14" Target="../media/image118.png" Type="http://schemas.openxmlformats.org/officeDocument/2006/relationships/image"/><Relationship Id="rId15" Target="../media/image119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102.png" Type="http://schemas.openxmlformats.org/officeDocument/2006/relationships/image"/><Relationship Id="rId6" Target="../media/image44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png" Type="http://schemas.openxmlformats.org/officeDocument/2006/relationships/image"/><Relationship Id="rId12" Target="../media/image117.png" Type="http://schemas.openxmlformats.org/officeDocument/2006/relationships/image"/><Relationship Id="rId13" Target="../media/image87.png" Type="http://schemas.openxmlformats.org/officeDocument/2006/relationships/image"/><Relationship Id="rId14" Target="../media/image120.png" Type="http://schemas.openxmlformats.org/officeDocument/2006/relationships/image"/><Relationship Id="rId15" Target="../media/image121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102.png" Type="http://schemas.openxmlformats.org/officeDocument/2006/relationships/image"/><Relationship Id="rId6" Target="../media/image44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123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126.png" Type="http://schemas.openxmlformats.org/officeDocument/2006/relationships/image"/><Relationship Id="rId15" Target="../media/image127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2.png" Type="http://schemas.openxmlformats.org/officeDocument/2006/relationships/image"/><Relationship Id="rId5" Target="../media/image102.png" Type="http://schemas.openxmlformats.org/officeDocument/2006/relationships/image"/><Relationship Id="rId6" Target="../media/image44.png" Type="http://schemas.openxmlformats.org/officeDocument/2006/relationships/image"/><Relationship Id="rId7" Target="../media/image122.png" Type="http://schemas.openxmlformats.org/officeDocument/2006/relationships/image"/><Relationship Id="rId8" Target="../media/image104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8.png" Type="http://schemas.openxmlformats.org/officeDocument/2006/relationships/image"/><Relationship Id="rId3" Target="../media/image129.png" Type="http://schemas.openxmlformats.org/officeDocument/2006/relationships/image"/><Relationship Id="rId4" Target="../media/image64.png" Type="http://schemas.openxmlformats.org/officeDocument/2006/relationships/image"/><Relationship Id="rId5" Target="../media/image130.png" Type="http://schemas.openxmlformats.org/officeDocument/2006/relationships/image"/><Relationship Id="rId6" Target="../media/image1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4965700"/>
            <a:ext cx="173736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79700" y="3225800"/>
            <a:ext cx="14871700" cy="367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95500" y="3175000"/>
            <a:ext cx="35687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81400"/>
            <a:ext cx="5715000" cy="97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495800"/>
            <a:ext cx="12115800" cy="1778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58900"/>
            <a:ext cx="46609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30800" y="6997700"/>
            <a:ext cx="119507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89500" y="4356100"/>
            <a:ext cx="11544300" cy="219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09600" y="8064500"/>
            <a:ext cx="42799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508500" y="8051800"/>
            <a:ext cx="42037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78900" y="8064500"/>
            <a:ext cx="36957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38100" y="8001000"/>
            <a:ext cx="45593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3327400"/>
            <a:ext cx="7099300" cy="6121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96500" y="3403600"/>
            <a:ext cx="7099300" cy="6045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476500"/>
            <a:ext cx="9575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9400" y="3390900"/>
            <a:ext cx="7594600" cy="59182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75800" y="3479800"/>
            <a:ext cx="7594600" cy="580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476500"/>
            <a:ext cx="9575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463800"/>
            <a:ext cx="95758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81100" y="4102100"/>
            <a:ext cx="11417300" cy="261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95500" y="3581400"/>
            <a:ext cx="2603500" cy="575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1100" y="6413500"/>
            <a:ext cx="134366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73914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4762500"/>
            <a:ext cx="15621000" cy="45085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0" y="3949700"/>
            <a:ext cx="113665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870200" y="3759200"/>
            <a:ext cx="12915900" cy="1841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140000">
            <a:off x="13830300" y="6350000"/>
            <a:ext cx="3086100" cy="308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54200" y="5778500"/>
            <a:ext cx="5143500" cy="1054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16100" y="7112000"/>
            <a:ext cx="23495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73914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56000" y="3670300"/>
            <a:ext cx="113665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68300" y="3454400"/>
            <a:ext cx="15773400" cy="1841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1400" y="4902200"/>
            <a:ext cx="14986000" cy="1028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19100" y="7759700"/>
            <a:ext cx="16078200" cy="1562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68600" y="4368800"/>
            <a:ext cx="2273300" cy="316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443200" y="4813300"/>
            <a:ext cx="2413000" cy="18669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896100" y="6375400"/>
            <a:ext cx="6096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541000" y="6413500"/>
            <a:ext cx="609600" cy="6096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17800" y="5207000"/>
            <a:ext cx="5270500" cy="3162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924300" y="5905500"/>
            <a:ext cx="2641600" cy="1587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530600" y="5880100"/>
            <a:ext cx="3479800" cy="1803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451600" y="5207000"/>
            <a:ext cx="5270500" cy="3162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658100" y="5905500"/>
            <a:ext cx="2641600" cy="1587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442200" y="5880100"/>
            <a:ext cx="3289300" cy="18034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045700" y="5232400"/>
            <a:ext cx="5270500" cy="3162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252200" y="5918200"/>
            <a:ext cx="2641600" cy="1587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401300" y="5892800"/>
            <a:ext cx="3975100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2413000"/>
            <a:ext cx="117983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340000">
            <a:off x="6108700" y="5156200"/>
            <a:ext cx="304800" cy="20320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3960000">
            <a:off x="10287000" y="5257800"/>
            <a:ext cx="1676400" cy="20320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78700" y="5854700"/>
            <a:ext cx="2692400" cy="19304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44700" y="4470400"/>
            <a:ext cx="3644900" cy="36449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720000">
            <a:off x="11874500" y="3848100"/>
            <a:ext cx="4902200" cy="4902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876800" y="3695700"/>
            <a:ext cx="8496300" cy="723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708400" y="3556000"/>
            <a:ext cx="10172700" cy="1371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-1447800" y="8318500"/>
            <a:ext cx="177800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2413000"/>
            <a:ext cx="117983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906500" y="3683000"/>
            <a:ext cx="1765300" cy="176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55800" y="5041900"/>
            <a:ext cx="2260600" cy="2882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8500" y="7734300"/>
            <a:ext cx="15481300" cy="15621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0" y="5702300"/>
            <a:ext cx="6096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769600" y="5740400"/>
            <a:ext cx="609600" cy="6096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933700" y="4546600"/>
            <a:ext cx="5270500" cy="316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152900" y="5232400"/>
            <a:ext cx="2641600" cy="1587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746500" y="5207000"/>
            <a:ext cx="3479800" cy="18034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667500" y="4546600"/>
            <a:ext cx="5270500" cy="3162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874000" y="5232400"/>
            <a:ext cx="2641600" cy="1587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58100" y="5207000"/>
            <a:ext cx="3289300" cy="18034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261600" y="4559300"/>
            <a:ext cx="5270500" cy="3162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80800" y="5257800"/>
            <a:ext cx="2641600" cy="1587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617200" y="5232400"/>
            <a:ext cx="3975100" cy="1727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876800" y="3695700"/>
            <a:ext cx="8496300" cy="723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708400" y="3556000"/>
            <a:ext cx="10172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2413000"/>
            <a:ext cx="117983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013200"/>
            <a:ext cx="15621000" cy="5321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76500" y="4686300"/>
            <a:ext cx="4241800" cy="42418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51800" y="4267200"/>
            <a:ext cx="3632200" cy="965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75500" y="4368800"/>
            <a:ext cx="8775700" cy="5905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876800" y="3390900"/>
            <a:ext cx="8496300" cy="723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254500" y="3251200"/>
            <a:ext cx="9702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2413000"/>
            <a:ext cx="117983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4699000"/>
            <a:ext cx="3009900" cy="35179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19500" y="5232400"/>
            <a:ext cx="2501900" cy="2654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366500" y="4686300"/>
            <a:ext cx="3403600" cy="340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1300" y="8318500"/>
            <a:ext cx="16129000" cy="1028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876800" y="3695700"/>
            <a:ext cx="8496300" cy="723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08400" y="3556000"/>
            <a:ext cx="10172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44526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62200" y="5410200"/>
            <a:ext cx="2794000" cy="1295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91200" y="5156200"/>
            <a:ext cx="2908300" cy="1816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60000">
            <a:off x="9652000" y="5003800"/>
            <a:ext cx="2578100" cy="2184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792200" y="4330700"/>
            <a:ext cx="1905000" cy="37846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279900" y="3276600"/>
            <a:ext cx="9626600" cy="1384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76200" y="8255000"/>
            <a:ext cx="164592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44526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56800" y="4686300"/>
            <a:ext cx="2286000" cy="2286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994400" y="4279900"/>
            <a:ext cx="2946400" cy="3759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406400" y="8356600"/>
            <a:ext cx="16776700" cy="1028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279900" y="3276600"/>
            <a:ext cx="96266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44526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1800" y="8661400"/>
            <a:ext cx="15900400" cy="1028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3860800"/>
            <a:ext cx="15621000" cy="48768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51000" y="4432300"/>
            <a:ext cx="4508500" cy="384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76800" y="32258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118100" y="3073400"/>
            <a:ext cx="9867900" cy="138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159500" y="3860800"/>
            <a:ext cx="108712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44526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1800" y="8661400"/>
            <a:ext cx="15900400" cy="1028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3860800"/>
            <a:ext cx="15621000" cy="48768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51000" y="4432300"/>
            <a:ext cx="4508500" cy="384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76800" y="32639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096000" y="4152900"/>
            <a:ext cx="10922000" cy="3962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219700" y="3162300"/>
            <a:ext cx="9499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03378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92700" y="3467100"/>
            <a:ext cx="8775700" cy="92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49700" y="3352800"/>
            <a:ext cx="10502900" cy="153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5092700"/>
            <a:ext cx="12611100" cy="165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22500" y="6007100"/>
            <a:ext cx="135255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97100" y="7010400"/>
            <a:ext cx="116967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