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11.png" Type="http://schemas.openxmlformats.org/officeDocument/2006/relationships/image"/><Relationship Id="rId12" Target="../media/image23.png" Type="http://schemas.openxmlformats.org/officeDocument/2006/relationships/image"/><Relationship Id="rId13" Target="../media/image24.png" Type="http://schemas.openxmlformats.org/officeDocument/2006/relationships/image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22.png" Type="http://schemas.openxmlformats.org/officeDocument/2006/relationships/image"/><Relationship Id="rId12" Target="../media/image33.png" Type="http://schemas.openxmlformats.org/officeDocument/2006/relationships/image"/><Relationship Id="rId13" Target="../media/image34.png" Type="http://schemas.openxmlformats.org/officeDocument/2006/relationships/image"/><Relationship Id="rId14" Target="../media/image35.png" Type="http://schemas.openxmlformats.org/officeDocument/2006/relationships/image"/><Relationship Id="rId15" Target="../media/image36.png" Type="http://schemas.openxmlformats.org/officeDocument/2006/relationships/image"/><Relationship Id="rId16" Target="../media/image37.png" Type="http://schemas.openxmlformats.org/officeDocument/2006/relationships/image"/><Relationship Id="rId17" Target="../media/image38.png" Type="http://schemas.openxmlformats.org/officeDocument/2006/relationships/image"/><Relationship Id="rId18" Target="../media/image39.png" Type="http://schemas.openxmlformats.org/officeDocument/2006/relationships/image"/><Relationship Id="rId19" Target="../media/image40.png" Type="http://schemas.openxmlformats.org/officeDocument/2006/relationships/image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Relationship Id="rId8" Target="../media/image47.pn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Relationship Id="rId3" Target="../media/image50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51.png" Type="http://schemas.openxmlformats.org/officeDocument/2006/relationships/image"/><Relationship Id="rId8" Target="../media/image4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png" Type="http://schemas.openxmlformats.org/officeDocument/2006/relationships/image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52.png" Type="http://schemas.openxmlformats.org/officeDocument/2006/relationships/image"/><Relationship Id="rId8" Target="../media/image47.png" Type="http://schemas.openxmlformats.org/officeDocument/2006/relationships/image"/><Relationship Id="rId9" Target="../media/image5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1.png" Type="http://schemas.openxmlformats.org/officeDocument/2006/relationships/image"/><Relationship Id="rId11" Target="../media/image62.png" Type="http://schemas.openxmlformats.org/officeDocument/2006/relationships/image"/><Relationship Id="rId2" Target="../media/image55.png" Type="http://schemas.openxmlformats.org/officeDocument/2006/relationships/image"/><Relationship Id="rId3" Target="../media/image56.png" Type="http://schemas.openxmlformats.org/officeDocument/2006/relationships/image"/><Relationship Id="rId4" Target="../media/image43.png" Type="http://schemas.openxmlformats.org/officeDocument/2006/relationships/image"/><Relationship Id="rId5" Target="../media/image57.png" Type="http://schemas.openxmlformats.org/officeDocument/2006/relationships/image"/><Relationship Id="rId6" Target="../media/image45.png" Type="http://schemas.openxmlformats.org/officeDocument/2006/relationships/image"/><Relationship Id="rId7" Target="../media/image58.png" Type="http://schemas.openxmlformats.org/officeDocument/2006/relationships/image"/><Relationship Id="rId8" Target="../media/image59.png" Type="http://schemas.openxmlformats.org/officeDocument/2006/relationships/image"/><Relationship Id="rId9" Target="../media/image6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Relationship Id="rId3" Target="../media/image56.png" Type="http://schemas.openxmlformats.org/officeDocument/2006/relationships/image"/><Relationship Id="rId4" Target="../media/image60.png" Type="http://schemas.openxmlformats.org/officeDocument/2006/relationships/image"/><Relationship Id="rId5" Target="../media/image63.png" Type="http://schemas.openxmlformats.org/officeDocument/2006/relationships/image"/><Relationship Id="rId6" Target="../media/image64.png" Type="http://schemas.openxmlformats.org/officeDocument/2006/relationships/image"/><Relationship Id="rId7" Target="../media/image65.png" Type="http://schemas.openxmlformats.org/officeDocument/2006/relationships/image"/><Relationship Id="rId8" Target="../media/image6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Relationship Id="rId3" Target="../media/image56.png" Type="http://schemas.openxmlformats.org/officeDocument/2006/relationships/image"/><Relationship Id="rId4" Target="../media/image60.png" Type="http://schemas.openxmlformats.org/officeDocument/2006/relationships/image"/><Relationship Id="rId5" Target="../media/image67.png" Type="http://schemas.openxmlformats.org/officeDocument/2006/relationships/image"/><Relationship Id="rId6" Target="../media/image68.png" Type="http://schemas.openxmlformats.org/officeDocument/2006/relationships/image"/><Relationship Id="rId7" Target="../media/image69.png" Type="http://schemas.openxmlformats.org/officeDocument/2006/relationships/image"/><Relationship Id="rId8" Target="../media/image7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Relationship Id="rId3" Target="../media/image56.png" Type="http://schemas.openxmlformats.org/officeDocument/2006/relationships/image"/><Relationship Id="rId4" Target="../media/image60.png" Type="http://schemas.openxmlformats.org/officeDocument/2006/relationships/image"/><Relationship Id="rId5" Target="../media/image71.png" Type="http://schemas.openxmlformats.org/officeDocument/2006/relationships/image"/><Relationship Id="rId6" Target="../media/image7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7.png" Type="http://schemas.openxmlformats.org/officeDocument/2006/relationships/image"/><Relationship Id="rId11" Target="../media/image60.png" Type="http://schemas.openxmlformats.org/officeDocument/2006/relationships/image"/><Relationship Id="rId2" Target="../media/image55.png" Type="http://schemas.openxmlformats.org/officeDocument/2006/relationships/image"/><Relationship Id="rId3" Target="../media/image56.png" Type="http://schemas.openxmlformats.org/officeDocument/2006/relationships/image"/><Relationship Id="rId4" Target="../media/image43.png" Type="http://schemas.openxmlformats.org/officeDocument/2006/relationships/image"/><Relationship Id="rId5" Target="../media/image73.png" Type="http://schemas.openxmlformats.org/officeDocument/2006/relationships/image"/><Relationship Id="rId6" Target="../media/image45.png" Type="http://schemas.openxmlformats.org/officeDocument/2006/relationships/image"/><Relationship Id="rId7" Target="../media/image74.png" Type="http://schemas.openxmlformats.org/officeDocument/2006/relationships/image"/><Relationship Id="rId8" Target="../media/image75.png" Type="http://schemas.openxmlformats.org/officeDocument/2006/relationships/image"/><Relationship Id="rId9" Target="../media/image7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Relationship Id="rId3" Target="../media/image56.png" Type="http://schemas.openxmlformats.org/officeDocument/2006/relationships/image"/><Relationship Id="rId4" Target="../media/image60.png" Type="http://schemas.openxmlformats.org/officeDocument/2006/relationships/image"/><Relationship Id="rId5" Target="../media/image78.png" Type="http://schemas.openxmlformats.org/officeDocument/2006/relationships/image"/><Relationship Id="rId6" Target="../media/image79.png" Type="http://schemas.openxmlformats.org/officeDocument/2006/relationships/image"/><Relationship Id="rId7" Target="../media/image80.png" Type="http://schemas.openxmlformats.org/officeDocument/2006/relationships/image"/><Relationship Id="rId8" Target="../media/image8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Relationship Id="rId3" Target="../media/image56.png" Type="http://schemas.openxmlformats.org/officeDocument/2006/relationships/image"/><Relationship Id="rId4" Target="../media/image60.png" Type="http://schemas.openxmlformats.org/officeDocument/2006/relationships/image"/><Relationship Id="rId5" Target="../media/image82.png" Type="http://schemas.openxmlformats.org/officeDocument/2006/relationships/image"/><Relationship Id="rId6" Target="../media/image83.png" Type="http://schemas.openxmlformats.org/officeDocument/2006/relationships/image"/><Relationship Id="rId7" Target="../media/image84.png" Type="http://schemas.openxmlformats.org/officeDocument/2006/relationships/image"/><Relationship Id="rId8" Target="../media/image8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Relationship Id="rId3" Target="../media/image56.png" Type="http://schemas.openxmlformats.org/officeDocument/2006/relationships/image"/><Relationship Id="rId4" Target="../media/image60.png" Type="http://schemas.openxmlformats.org/officeDocument/2006/relationships/image"/><Relationship Id="rId5" Target="../media/image86.png" Type="http://schemas.openxmlformats.org/officeDocument/2006/relationships/image"/><Relationship Id="rId6" Target="../media/image87.png" Type="http://schemas.openxmlformats.org/officeDocument/2006/relationships/image"/><Relationship Id="rId7" Target="../media/image88.png" Type="http://schemas.openxmlformats.org/officeDocument/2006/relationships/image"/><Relationship Id="rId8" Target="../media/image8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3.png" Type="http://schemas.openxmlformats.org/officeDocument/2006/relationships/image"/><Relationship Id="rId11" Target="../media/image94.png" Type="http://schemas.openxmlformats.org/officeDocument/2006/relationships/image"/><Relationship Id="rId2" Target="../media/image55.png" Type="http://schemas.openxmlformats.org/officeDocument/2006/relationships/image"/><Relationship Id="rId3" Target="../media/image56.png" Type="http://schemas.openxmlformats.org/officeDocument/2006/relationships/image"/><Relationship Id="rId4" Target="../media/image43.png" Type="http://schemas.openxmlformats.org/officeDocument/2006/relationships/image"/><Relationship Id="rId5" Target="../media/image90.png" Type="http://schemas.openxmlformats.org/officeDocument/2006/relationships/image"/><Relationship Id="rId6" Target="../media/image45.png" Type="http://schemas.openxmlformats.org/officeDocument/2006/relationships/image"/><Relationship Id="rId7" Target="../media/image91.png" Type="http://schemas.openxmlformats.org/officeDocument/2006/relationships/image"/><Relationship Id="rId8" Target="../media/image92.png" Type="http://schemas.openxmlformats.org/officeDocument/2006/relationships/image"/><Relationship Id="rId9" Target="../media/image6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6.png" Type="http://schemas.openxmlformats.org/officeDocument/2006/relationships/image"/><Relationship Id="rId11" Target="../media/image97.png" Type="http://schemas.openxmlformats.org/officeDocument/2006/relationships/image"/><Relationship Id="rId2" Target="../media/image55.png" Type="http://schemas.openxmlformats.org/officeDocument/2006/relationships/image"/><Relationship Id="rId3" Target="../media/image56.png" Type="http://schemas.openxmlformats.org/officeDocument/2006/relationships/image"/><Relationship Id="rId4" Target="../media/image43.png" Type="http://schemas.openxmlformats.org/officeDocument/2006/relationships/image"/><Relationship Id="rId5" Target="../media/image90.png" Type="http://schemas.openxmlformats.org/officeDocument/2006/relationships/image"/><Relationship Id="rId6" Target="../media/image45.png" Type="http://schemas.openxmlformats.org/officeDocument/2006/relationships/image"/><Relationship Id="rId7" Target="../media/image95.png" Type="http://schemas.openxmlformats.org/officeDocument/2006/relationships/image"/><Relationship Id="rId8" Target="../media/image92.png" Type="http://schemas.openxmlformats.org/officeDocument/2006/relationships/image"/><Relationship Id="rId9" Target="../media/image6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8.png" Type="http://schemas.openxmlformats.org/officeDocument/2006/relationships/image"/><Relationship Id="rId11" Target="../media/image99.png" Type="http://schemas.openxmlformats.org/officeDocument/2006/relationships/image"/><Relationship Id="rId2" Target="../media/image55.png" Type="http://schemas.openxmlformats.org/officeDocument/2006/relationships/image"/><Relationship Id="rId3" Target="../media/image56.png" Type="http://schemas.openxmlformats.org/officeDocument/2006/relationships/image"/><Relationship Id="rId4" Target="../media/image43.png" Type="http://schemas.openxmlformats.org/officeDocument/2006/relationships/image"/><Relationship Id="rId5" Target="../media/image90.png" Type="http://schemas.openxmlformats.org/officeDocument/2006/relationships/image"/><Relationship Id="rId6" Target="../media/image45.png" Type="http://schemas.openxmlformats.org/officeDocument/2006/relationships/image"/><Relationship Id="rId7" Target="../media/image95.png" Type="http://schemas.openxmlformats.org/officeDocument/2006/relationships/image"/><Relationship Id="rId8" Target="../media/image92.png" Type="http://schemas.openxmlformats.org/officeDocument/2006/relationships/image"/><Relationship Id="rId9" Target="../media/image6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0.png" Type="http://schemas.openxmlformats.org/officeDocument/2006/relationships/image"/><Relationship Id="rId11" Target="../media/image101.png" Type="http://schemas.openxmlformats.org/officeDocument/2006/relationships/image"/><Relationship Id="rId2" Target="../media/image55.png" Type="http://schemas.openxmlformats.org/officeDocument/2006/relationships/image"/><Relationship Id="rId3" Target="../media/image56.png" Type="http://schemas.openxmlformats.org/officeDocument/2006/relationships/image"/><Relationship Id="rId4" Target="../media/image43.png" Type="http://schemas.openxmlformats.org/officeDocument/2006/relationships/image"/><Relationship Id="rId5" Target="../media/image90.png" Type="http://schemas.openxmlformats.org/officeDocument/2006/relationships/image"/><Relationship Id="rId6" Target="../media/image45.png" Type="http://schemas.openxmlformats.org/officeDocument/2006/relationships/image"/><Relationship Id="rId7" Target="../media/image95.png" Type="http://schemas.openxmlformats.org/officeDocument/2006/relationships/image"/><Relationship Id="rId8" Target="../media/image92.png" Type="http://schemas.openxmlformats.org/officeDocument/2006/relationships/image"/><Relationship Id="rId9" Target="../media/image6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2.png" Type="http://schemas.openxmlformats.org/officeDocument/2006/relationships/image"/><Relationship Id="rId11" Target="../media/image103.png" Type="http://schemas.openxmlformats.org/officeDocument/2006/relationships/image"/><Relationship Id="rId2" Target="../media/image55.png" Type="http://schemas.openxmlformats.org/officeDocument/2006/relationships/image"/><Relationship Id="rId3" Target="../media/image56.png" Type="http://schemas.openxmlformats.org/officeDocument/2006/relationships/image"/><Relationship Id="rId4" Target="../media/image43.png" Type="http://schemas.openxmlformats.org/officeDocument/2006/relationships/image"/><Relationship Id="rId5" Target="../media/image90.png" Type="http://schemas.openxmlformats.org/officeDocument/2006/relationships/image"/><Relationship Id="rId6" Target="../media/image45.png" Type="http://schemas.openxmlformats.org/officeDocument/2006/relationships/image"/><Relationship Id="rId7" Target="../media/image95.png" Type="http://schemas.openxmlformats.org/officeDocument/2006/relationships/image"/><Relationship Id="rId8" Target="../media/image92.png" Type="http://schemas.openxmlformats.org/officeDocument/2006/relationships/image"/><Relationship Id="rId9" Target="../media/image60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4.png" Type="http://schemas.openxmlformats.org/officeDocument/2006/relationships/image"/><Relationship Id="rId3" Target="../media/image105.png" Type="http://schemas.openxmlformats.org/officeDocument/2006/relationships/image"/><Relationship Id="rId4" Target="../media/image60.png" Type="http://schemas.openxmlformats.org/officeDocument/2006/relationships/image"/><Relationship Id="rId5" Target="../media/image106.png" Type="http://schemas.openxmlformats.org/officeDocument/2006/relationships/image"/><Relationship Id="rId6" Target="../media/image10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3423900" y="7721600"/>
            <a:ext cx="8216900" cy="383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57300" y="0"/>
            <a:ext cx="8216900" cy="383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14500" y="647700"/>
            <a:ext cx="15468600" cy="8991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439900" y="5245100"/>
            <a:ext cx="3175000" cy="3708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521700" y="1028700"/>
            <a:ext cx="3263900" cy="7366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438400" y="4064000"/>
            <a:ext cx="3721100" cy="3022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22400" y="4965700"/>
            <a:ext cx="17195800" cy="4660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679700" y="3225800"/>
            <a:ext cx="14820900" cy="3657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150100" y="1244600"/>
            <a:ext cx="13246100" cy="1727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445500" y="1308100"/>
            <a:ext cx="4508500" cy="1358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892300" y="3187700"/>
            <a:ext cx="3695700" cy="9525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388100" y="533400"/>
            <a:ext cx="2844800" cy="2019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133600" y="3162300"/>
            <a:ext cx="3517900" cy="1231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409700" y="6591300"/>
            <a:ext cx="17373600" cy="467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36600" y="876300"/>
            <a:ext cx="16979900" cy="8991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118100" y="6388100"/>
            <a:ext cx="4178300" cy="977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991100" y="3581400"/>
            <a:ext cx="7632700" cy="977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041900" y="4457700"/>
            <a:ext cx="10744200" cy="18669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06600" y="6781800"/>
            <a:ext cx="2730500" cy="2730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480800" y="1346200"/>
            <a:ext cx="5410200" cy="762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130800" y="4254500"/>
            <a:ext cx="8204200" cy="152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82800" y="3454400"/>
            <a:ext cx="2565400" cy="256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245100" y="7023100"/>
            <a:ext cx="8204200" cy="152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90600" y="1066800"/>
            <a:ext cx="6172200" cy="17526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994900" y="876300"/>
            <a:ext cx="2082800" cy="1473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38200" y="228600"/>
            <a:ext cx="7937500" cy="4152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5143500" y="7124700"/>
            <a:ext cx="10680700" cy="1422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493000" y="-4051300"/>
            <a:ext cx="33147000" cy="1803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00100" y="393700"/>
            <a:ext cx="16573500" cy="9017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505700" y="3975100"/>
            <a:ext cx="3695700" cy="444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31900" y="7378700"/>
            <a:ext cx="15824200" cy="15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098800" y="2870200"/>
            <a:ext cx="10922000" cy="2413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470400" y="4419600"/>
            <a:ext cx="11366500" cy="1854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054600" y="4356100"/>
            <a:ext cx="11049000" cy="2209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44600" y="7950200"/>
            <a:ext cx="3771900" cy="1168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616200" y="3289300"/>
            <a:ext cx="3175000" cy="3708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17600" y="965200"/>
            <a:ext cx="6172200" cy="1752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36700" y="584200"/>
            <a:ext cx="6146800" cy="3213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4838700" y="8001000"/>
            <a:ext cx="4203700" cy="1206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8915400" y="8013700"/>
            <a:ext cx="3746500" cy="1206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877800" y="8001000"/>
            <a:ext cx="4279900" cy="1206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282700" y="7454900"/>
            <a:ext cx="3416300" cy="1016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5092700" y="7429500"/>
            <a:ext cx="3365500" cy="1016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9004300" y="7404100"/>
            <a:ext cx="3403600" cy="1016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3233400" y="7442200"/>
            <a:ext cx="34036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49700"/>
            <a:ext cx="34251900" cy="18453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20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35000" y="927100"/>
            <a:ext cx="29464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17600" y="4140200"/>
            <a:ext cx="16040100" cy="3543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90600" y="2476500"/>
            <a:ext cx="87884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4229100"/>
            <a:ext cx="34251900" cy="18834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406400"/>
            <a:ext cx="17119600" cy="9423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35000" y="927100"/>
            <a:ext cx="29464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39800" y="3302000"/>
            <a:ext cx="16421100" cy="3683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49700"/>
            <a:ext cx="34251900" cy="18453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20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35000" y="927100"/>
            <a:ext cx="29464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79500" y="4038600"/>
            <a:ext cx="135890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17600" y="5499100"/>
            <a:ext cx="9766300" cy="1308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795500" y="3581400"/>
            <a:ext cx="2603500" cy="5753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04900" y="2374900"/>
            <a:ext cx="122936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06700" y="1117600"/>
            <a:ext cx="48895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324600" y="3505200"/>
            <a:ext cx="5638800" cy="5295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-2222500" y="8623300"/>
            <a:ext cx="184150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311400" y="1866900"/>
            <a:ext cx="6172200" cy="57912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071100" y="1866900"/>
            <a:ext cx="6172200" cy="5791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68400" y="8064500"/>
            <a:ext cx="8394700" cy="1574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483600" y="8064500"/>
            <a:ext cx="8877300" cy="157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209800" y="1943100"/>
            <a:ext cx="6172200" cy="57912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906000" y="1943100"/>
            <a:ext cx="6172200" cy="5791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04800" y="8166100"/>
            <a:ext cx="9182100" cy="1041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128000" y="7988300"/>
            <a:ext cx="9080500" cy="157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057900" y="1638300"/>
            <a:ext cx="6172200" cy="5791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394200" y="8001000"/>
            <a:ext cx="89154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92200" y="2374900"/>
            <a:ext cx="68961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775200" y="4114800"/>
            <a:ext cx="8737600" cy="2057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365500" y="4191000"/>
            <a:ext cx="10858500" cy="23368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209800" y="2400300"/>
            <a:ext cx="6172200" cy="42672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906000" y="2463800"/>
            <a:ext cx="6172200" cy="4267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66800" y="7480300"/>
            <a:ext cx="8445500" cy="1574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521700" y="7480300"/>
            <a:ext cx="8712200" cy="1574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60500" y="1460500"/>
            <a:ext cx="7645400" cy="52832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486900" y="1676400"/>
            <a:ext cx="7531100" cy="5207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11200" y="6985000"/>
            <a:ext cx="8813800" cy="2108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359900" y="6959600"/>
            <a:ext cx="8178800" cy="2641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95400" y="1422400"/>
            <a:ext cx="7708900" cy="53213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677400" y="1701800"/>
            <a:ext cx="7327900" cy="5067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35000" y="6731000"/>
            <a:ext cx="8851900" cy="2641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194800" y="6692900"/>
            <a:ext cx="8343900" cy="3175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23900" y="927100"/>
            <a:ext cx="28956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81100" y="2324100"/>
            <a:ext cx="94107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30300"/>
            <a:ext cx="35687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051300" y="4152900"/>
            <a:ext cx="10172700" cy="1968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784600" y="4203700"/>
            <a:ext cx="111379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23900" y="927100"/>
            <a:ext cx="28956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55700" y="2324100"/>
            <a:ext cx="102616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30300"/>
            <a:ext cx="35687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461000" y="3263900"/>
            <a:ext cx="7366000" cy="5092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47700" y="8178800"/>
            <a:ext cx="15519400" cy="1574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23900" y="927100"/>
            <a:ext cx="28956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55700" y="2324100"/>
            <a:ext cx="102616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30300"/>
            <a:ext cx="35687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448300" y="3251200"/>
            <a:ext cx="7378700" cy="5092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-444500" y="8178800"/>
            <a:ext cx="16598900" cy="1574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23900" y="927100"/>
            <a:ext cx="28956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55700" y="2324100"/>
            <a:ext cx="102616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30300"/>
            <a:ext cx="35687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473700" y="3263900"/>
            <a:ext cx="7340600" cy="5080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-355600" y="8178800"/>
            <a:ext cx="16522700" cy="1574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23900" y="927100"/>
            <a:ext cx="28956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55700" y="2324100"/>
            <a:ext cx="102616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30300"/>
            <a:ext cx="35687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740400" y="3263900"/>
            <a:ext cx="6794500" cy="4699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60500" y="7759700"/>
            <a:ext cx="14681200" cy="2108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442200" y="-3505200"/>
            <a:ext cx="33147000" cy="17487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800100"/>
            <a:ext cx="16573500" cy="87376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900400" y="7112000"/>
            <a:ext cx="2184400" cy="5588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794500" y="1231900"/>
            <a:ext cx="4533900" cy="3213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711200" y="3771900"/>
            <a:ext cx="18211800" cy="3441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