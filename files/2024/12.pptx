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11.png" Type="http://schemas.openxmlformats.org/officeDocument/2006/relationships/image"/><Relationship Id="rId12" Target="../media/image23.png" Type="http://schemas.openxmlformats.org/officeDocument/2006/relationships/image"/><Relationship Id="rId13" Target="../media/image24.png" Type="http://schemas.openxmlformats.org/officeDocument/2006/relationships/image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22.png" Type="http://schemas.openxmlformats.org/officeDocument/2006/relationships/image"/><Relationship Id="rId12" Target="../media/image33.png" Type="http://schemas.openxmlformats.org/officeDocument/2006/relationships/image"/><Relationship Id="rId13" Target="../media/image34.png" Type="http://schemas.openxmlformats.org/officeDocument/2006/relationships/image"/><Relationship Id="rId14" Target="../media/image35.png" Type="http://schemas.openxmlformats.org/officeDocument/2006/relationships/image"/><Relationship Id="rId15" Target="../media/image36.png" Type="http://schemas.openxmlformats.org/officeDocument/2006/relationships/image"/><Relationship Id="rId16" Target="../media/image37.png" Type="http://schemas.openxmlformats.org/officeDocument/2006/relationships/image"/><Relationship Id="rId17" Target="../media/image38.png" Type="http://schemas.openxmlformats.org/officeDocument/2006/relationships/image"/><Relationship Id="rId18" Target="../media/image39.png" Type="http://schemas.openxmlformats.org/officeDocument/2006/relationships/image"/><Relationship Id="rId19" Target="../media/image40.png" Type="http://schemas.openxmlformats.org/officeDocument/2006/relationships/image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46.png" Type="http://schemas.openxmlformats.org/officeDocument/2006/relationships/image"/><Relationship Id="rId8" Target="../media/image47.pn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.png" Type="http://schemas.openxmlformats.org/officeDocument/2006/relationships/image"/><Relationship Id="rId11" Target="../media/image55.png" Type="http://schemas.openxmlformats.org/officeDocument/2006/relationships/image"/><Relationship Id="rId2" Target="../media/image50.png" Type="http://schemas.openxmlformats.org/officeDocument/2006/relationships/image"/><Relationship Id="rId3" Target="../media/image51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47.png" Type="http://schemas.openxmlformats.org/officeDocument/2006/relationships/image"/><Relationship Id="rId8" Target="../media/image52.png" Type="http://schemas.openxmlformats.org/officeDocument/2006/relationships/image"/><Relationship Id="rId9" Target="../media/image5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0.png" Type="http://schemas.openxmlformats.org/officeDocument/2006/relationships/image"/><Relationship Id="rId11" Target="../media/image61.png" Type="http://schemas.openxmlformats.org/officeDocument/2006/relationships/image"/><Relationship Id="rId12" Target="../media/image62.png" Type="http://schemas.openxmlformats.org/officeDocument/2006/relationships/image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56.png" Type="http://schemas.openxmlformats.org/officeDocument/2006/relationships/image"/><Relationship Id="rId6" Target="../media/image45.png" Type="http://schemas.openxmlformats.org/officeDocument/2006/relationships/image"/><Relationship Id="rId7" Target="../media/image57.png" Type="http://schemas.openxmlformats.org/officeDocument/2006/relationships/image"/><Relationship Id="rId8" Target="../media/image58.png" Type="http://schemas.openxmlformats.org/officeDocument/2006/relationships/image"/><Relationship Id="rId9" Target="../media/image5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4.png" Type="http://schemas.openxmlformats.org/officeDocument/2006/relationships/image"/><Relationship Id="rId11" Target="../media/image65.png" Type="http://schemas.openxmlformats.org/officeDocument/2006/relationships/image"/><Relationship Id="rId12" Target="../media/image66.png" Type="http://schemas.openxmlformats.org/officeDocument/2006/relationships/image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56.png" Type="http://schemas.openxmlformats.org/officeDocument/2006/relationships/image"/><Relationship Id="rId6" Target="../media/image45.png" Type="http://schemas.openxmlformats.org/officeDocument/2006/relationships/image"/><Relationship Id="rId7" Target="../media/image63.png" Type="http://schemas.openxmlformats.org/officeDocument/2006/relationships/image"/><Relationship Id="rId8" Target="../media/image58.png" Type="http://schemas.openxmlformats.org/officeDocument/2006/relationships/image"/><Relationship Id="rId9" Target="../media/image5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9.png" Type="http://schemas.openxmlformats.org/officeDocument/2006/relationships/image"/><Relationship Id="rId11" Target="../media/image69.png" Type="http://schemas.openxmlformats.org/officeDocument/2006/relationships/image"/><Relationship Id="rId12" Target="../media/image70.png" Type="http://schemas.openxmlformats.org/officeDocument/2006/relationships/image"/><Relationship Id="rId13" Target="../media/image71.png" Type="http://schemas.openxmlformats.org/officeDocument/2006/relationships/image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56.png" Type="http://schemas.openxmlformats.org/officeDocument/2006/relationships/image"/><Relationship Id="rId6" Target="../media/image45.png" Type="http://schemas.openxmlformats.org/officeDocument/2006/relationships/image"/><Relationship Id="rId7" Target="../media/image67.png" Type="http://schemas.openxmlformats.org/officeDocument/2006/relationships/image"/><Relationship Id="rId8" Target="../media/image68.png" Type="http://schemas.openxmlformats.org/officeDocument/2006/relationships/image"/><Relationship Id="rId9" Target="../media/image5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9.png" Type="http://schemas.openxmlformats.org/officeDocument/2006/relationships/image"/><Relationship Id="rId11" Target="../media/image73.png" Type="http://schemas.openxmlformats.org/officeDocument/2006/relationships/image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56.png" Type="http://schemas.openxmlformats.org/officeDocument/2006/relationships/image"/><Relationship Id="rId6" Target="../media/image45.png" Type="http://schemas.openxmlformats.org/officeDocument/2006/relationships/image"/><Relationship Id="rId7" Target="../media/image72.png" Type="http://schemas.openxmlformats.org/officeDocument/2006/relationships/image"/><Relationship Id="rId8" Target="../media/image58.png" Type="http://schemas.openxmlformats.org/officeDocument/2006/relationships/image"/><Relationship Id="rId9" Target="../media/image5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9.png" Type="http://schemas.openxmlformats.org/officeDocument/2006/relationships/image"/><Relationship Id="rId11" Target="../media/image75.png" Type="http://schemas.openxmlformats.org/officeDocument/2006/relationships/image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56.png" Type="http://schemas.openxmlformats.org/officeDocument/2006/relationships/image"/><Relationship Id="rId6" Target="../media/image45.png" Type="http://schemas.openxmlformats.org/officeDocument/2006/relationships/image"/><Relationship Id="rId7" Target="../media/image74.png" Type="http://schemas.openxmlformats.org/officeDocument/2006/relationships/image"/><Relationship Id="rId8" Target="../media/image58.png" Type="http://schemas.openxmlformats.org/officeDocument/2006/relationships/image"/><Relationship Id="rId9" Target="../media/image5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9.png" Type="http://schemas.openxmlformats.org/officeDocument/2006/relationships/image"/><Relationship Id="rId11" Target="../media/image77.png" Type="http://schemas.openxmlformats.org/officeDocument/2006/relationships/image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56.png" Type="http://schemas.openxmlformats.org/officeDocument/2006/relationships/image"/><Relationship Id="rId6" Target="../media/image45.png" Type="http://schemas.openxmlformats.org/officeDocument/2006/relationships/image"/><Relationship Id="rId7" Target="../media/image76.png" Type="http://schemas.openxmlformats.org/officeDocument/2006/relationships/image"/><Relationship Id="rId8" Target="../media/image58.png" Type="http://schemas.openxmlformats.org/officeDocument/2006/relationships/image"/><Relationship Id="rId9" Target="../media/image5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2.png" Type="http://schemas.openxmlformats.org/officeDocument/2006/relationships/image"/><Relationship Id="rId11" Target="../media/image83.png" Type="http://schemas.openxmlformats.org/officeDocument/2006/relationships/image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78.png" Type="http://schemas.openxmlformats.org/officeDocument/2006/relationships/image"/><Relationship Id="rId6" Target="../media/image45.png" Type="http://schemas.openxmlformats.org/officeDocument/2006/relationships/image"/><Relationship Id="rId7" Target="../media/image79.png" Type="http://schemas.openxmlformats.org/officeDocument/2006/relationships/image"/><Relationship Id="rId8" Target="../media/image80.png" Type="http://schemas.openxmlformats.org/officeDocument/2006/relationships/image"/><Relationship Id="rId9" Target="../media/image8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7.png" Type="http://schemas.openxmlformats.org/officeDocument/2006/relationships/image"/><Relationship Id="rId11" Target="../media/image80.png" Type="http://schemas.openxmlformats.org/officeDocument/2006/relationships/image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78.png" Type="http://schemas.openxmlformats.org/officeDocument/2006/relationships/image"/><Relationship Id="rId6" Target="../media/image45.png" Type="http://schemas.openxmlformats.org/officeDocument/2006/relationships/image"/><Relationship Id="rId7" Target="../media/image84.png" Type="http://schemas.openxmlformats.org/officeDocument/2006/relationships/image"/><Relationship Id="rId8" Target="../media/image85.png" Type="http://schemas.openxmlformats.org/officeDocument/2006/relationships/image"/><Relationship Id="rId9" Target="../media/image8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0.png" Type="http://schemas.openxmlformats.org/officeDocument/2006/relationships/image"/><Relationship Id="rId11" Target="../media/image89.png" Type="http://schemas.openxmlformats.org/officeDocument/2006/relationships/image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78.png" Type="http://schemas.openxmlformats.org/officeDocument/2006/relationships/image"/><Relationship Id="rId6" Target="../media/image45.png" Type="http://schemas.openxmlformats.org/officeDocument/2006/relationships/image"/><Relationship Id="rId7" Target="../media/image84.png" Type="http://schemas.openxmlformats.org/officeDocument/2006/relationships/image"/><Relationship Id="rId8" Target="../media/image88.png" Type="http://schemas.openxmlformats.org/officeDocument/2006/relationships/image"/><Relationship Id="rId9" Target="../media/image8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2.png" Type="http://schemas.openxmlformats.org/officeDocument/2006/relationships/image"/><Relationship Id="rId11" Target="../media/image93.png" Type="http://schemas.openxmlformats.org/officeDocument/2006/relationships/image"/><Relationship Id="rId12" Target="../media/image87.png" Type="http://schemas.openxmlformats.org/officeDocument/2006/relationships/image"/><Relationship Id="rId13" Target="../media/image80.png" Type="http://schemas.openxmlformats.org/officeDocument/2006/relationships/image"/><Relationship Id="rId14" Target="../media/image94.png" Type="http://schemas.openxmlformats.org/officeDocument/2006/relationships/image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78.png" Type="http://schemas.openxmlformats.org/officeDocument/2006/relationships/image"/><Relationship Id="rId6" Target="../media/image45.png" Type="http://schemas.openxmlformats.org/officeDocument/2006/relationships/image"/><Relationship Id="rId7" Target="../media/image84.png" Type="http://schemas.openxmlformats.org/officeDocument/2006/relationships/image"/><Relationship Id="rId8" Target="../media/image90.png" Type="http://schemas.openxmlformats.org/officeDocument/2006/relationships/image"/><Relationship Id="rId9" Target="../media/image9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0.png" Type="http://schemas.openxmlformats.org/officeDocument/2006/relationships/image"/><Relationship Id="rId11" Target="../media/image96.png" Type="http://schemas.openxmlformats.org/officeDocument/2006/relationships/image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78.png" Type="http://schemas.openxmlformats.org/officeDocument/2006/relationships/image"/><Relationship Id="rId6" Target="../media/image45.png" Type="http://schemas.openxmlformats.org/officeDocument/2006/relationships/image"/><Relationship Id="rId7" Target="../media/image84.png" Type="http://schemas.openxmlformats.org/officeDocument/2006/relationships/image"/><Relationship Id="rId8" Target="../media/image95.png" Type="http://schemas.openxmlformats.org/officeDocument/2006/relationships/image"/><Relationship Id="rId9" Target="../media/image8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3.png" Type="http://schemas.openxmlformats.org/officeDocument/2006/relationships/image"/><Relationship Id="rId11" Target="../media/image104.png" Type="http://schemas.openxmlformats.org/officeDocument/2006/relationships/image"/><Relationship Id="rId12" Target="../media/image105.png" Type="http://schemas.openxmlformats.org/officeDocument/2006/relationships/image"/><Relationship Id="rId13" Target="../media/image106.png" Type="http://schemas.openxmlformats.org/officeDocument/2006/relationships/image"/><Relationship Id="rId14" Target="../media/image107.png" Type="http://schemas.openxmlformats.org/officeDocument/2006/relationships/image"/><Relationship Id="rId15" Target="../media/image108.png" Type="http://schemas.openxmlformats.org/officeDocument/2006/relationships/image"/><Relationship Id="rId2" Target="../media/image97.png" Type="http://schemas.openxmlformats.org/officeDocument/2006/relationships/image"/><Relationship Id="rId3" Target="../media/image98.png" Type="http://schemas.openxmlformats.org/officeDocument/2006/relationships/image"/><Relationship Id="rId4" Target="../media/image43.png" Type="http://schemas.openxmlformats.org/officeDocument/2006/relationships/image"/><Relationship Id="rId5" Target="../media/image99.png" Type="http://schemas.openxmlformats.org/officeDocument/2006/relationships/image"/><Relationship Id="rId6" Target="../media/image45.png" Type="http://schemas.openxmlformats.org/officeDocument/2006/relationships/image"/><Relationship Id="rId7" Target="../media/image100.png" Type="http://schemas.openxmlformats.org/officeDocument/2006/relationships/image"/><Relationship Id="rId8" Target="../media/image101.png" Type="http://schemas.openxmlformats.org/officeDocument/2006/relationships/image"/><Relationship Id="rId9" Target="../media/image10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3.png" Type="http://schemas.openxmlformats.org/officeDocument/2006/relationships/image"/><Relationship Id="rId11" Target="../media/image104.png" Type="http://schemas.openxmlformats.org/officeDocument/2006/relationships/image"/><Relationship Id="rId12" Target="../media/image105.png" Type="http://schemas.openxmlformats.org/officeDocument/2006/relationships/image"/><Relationship Id="rId13" Target="../media/image106.png" Type="http://schemas.openxmlformats.org/officeDocument/2006/relationships/image"/><Relationship Id="rId14" Target="../media/image107.png" Type="http://schemas.openxmlformats.org/officeDocument/2006/relationships/image"/><Relationship Id="rId15" Target="../media/image109.png" Type="http://schemas.openxmlformats.org/officeDocument/2006/relationships/image"/><Relationship Id="rId2" Target="../media/image97.png" Type="http://schemas.openxmlformats.org/officeDocument/2006/relationships/image"/><Relationship Id="rId3" Target="../media/image98.png" Type="http://schemas.openxmlformats.org/officeDocument/2006/relationships/image"/><Relationship Id="rId4" Target="../media/image43.png" Type="http://schemas.openxmlformats.org/officeDocument/2006/relationships/image"/><Relationship Id="rId5" Target="../media/image99.png" Type="http://schemas.openxmlformats.org/officeDocument/2006/relationships/image"/><Relationship Id="rId6" Target="../media/image45.png" Type="http://schemas.openxmlformats.org/officeDocument/2006/relationships/image"/><Relationship Id="rId7" Target="../media/image100.png" Type="http://schemas.openxmlformats.org/officeDocument/2006/relationships/image"/><Relationship Id="rId8" Target="../media/image101.png" Type="http://schemas.openxmlformats.org/officeDocument/2006/relationships/image"/><Relationship Id="rId9" Target="../media/image10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7.png" Type="http://schemas.openxmlformats.org/officeDocument/2006/relationships/image"/><Relationship Id="rId3" Target="../media/image98.png" Type="http://schemas.openxmlformats.org/officeDocument/2006/relationships/image"/><Relationship Id="rId4" Target="../media/image43.png" Type="http://schemas.openxmlformats.org/officeDocument/2006/relationships/image"/><Relationship Id="rId5" Target="../media/image99.png" Type="http://schemas.openxmlformats.org/officeDocument/2006/relationships/image"/><Relationship Id="rId6" Target="../media/image45.png" Type="http://schemas.openxmlformats.org/officeDocument/2006/relationships/image"/><Relationship Id="rId7" Target="../media/image110.png" Type="http://schemas.openxmlformats.org/officeDocument/2006/relationships/image"/><Relationship Id="rId8" Target="../media/image107.png" Type="http://schemas.openxmlformats.org/officeDocument/2006/relationships/image"/><Relationship Id="rId9" Target="../media/image11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6.png" Type="http://schemas.openxmlformats.org/officeDocument/2006/relationships/image"/><Relationship Id="rId11" Target="../media/image117.png" Type="http://schemas.openxmlformats.org/officeDocument/2006/relationships/image"/><Relationship Id="rId12" Target="../media/image118.png" Type="http://schemas.openxmlformats.org/officeDocument/2006/relationships/image"/><Relationship Id="rId13" Target="../media/image119.png" Type="http://schemas.openxmlformats.org/officeDocument/2006/relationships/image"/><Relationship Id="rId14" Target="../media/image120.png" Type="http://schemas.openxmlformats.org/officeDocument/2006/relationships/image"/><Relationship Id="rId15" Target="../media/image121.png" Type="http://schemas.openxmlformats.org/officeDocument/2006/relationships/image"/><Relationship Id="rId16" Target="../media/image122.png" Type="http://schemas.openxmlformats.org/officeDocument/2006/relationships/image"/><Relationship Id="rId2" Target="../media/image97.png" Type="http://schemas.openxmlformats.org/officeDocument/2006/relationships/image"/><Relationship Id="rId3" Target="../media/image98.png" Type="http://schemas.openxmlformats.org/officeDocument/2006/relationships/image"/><Relationship Id="rId4" Target="../media/image112.png" Type="http://schemas.openxmlformats.org/officeDocument/2006/relationships/image"/><Relationship Id="rId5" Target="../media/image43.png" Type="http://schemas.openxmlformats.org/officeDocument/2006/relationships/image"/><Relationship Id="rId6" Target="../media/image113.png" Type="http://schemas.openxmlformats.org/officeDocument/2006/relationships/image"/><Relationship Id="rId7" Target="../media/image45.png" Type="http://schemas.openxmlformats.org/officeDocument/2006/relationships/image"/><Relationship Id="rId8" Target="../media/image114.png" Type="http://schemas.openxmlformats.org/officeDocument/2006/relationships/image"/><Relationship Id="rId9" Target="../media/image115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3.png" Type="http://schemas.openxmlformats.org/officeDocument/2006/relationships/image"/><Relationship Id="rId3" Target="../media/image124.png" Type="http://schemas.openxmlformats.org/officeDocument/2006/relationships/image"/><Relationship Id="rId4" Target="../media/image118.png" Type="http://schemas.openxmlformats.org/officeDocument/2006/relationships/image"/><Relationship Id="rId5" Target="../media/image125.png" Type="http://schemas.openxmlformats.org/officeDocument/2006/relationships/image"/><Relationship Id="rId6" Target="../media/image12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3423900" y="7721600"/>
            <a:ext cx="8216900" cy="383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57300" y="0"/>
            <a:ext cx="8216900" cy="383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14500" y="647700"/>
            <a:ext cx="15468600" cy="8991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439900" y="5245100"/>
            <a:ext cx="3175000" cy="3708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521700" y="1028700"/>
            <a:ext cx="3263900" cy="7366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438400" y="4064000"/>
            <a:ext cx="3721100" cy="3022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82700" y="4762500"/>
            <a:ext cx="17373600" cy="4686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114800" y="3238500"/>
            <a:ext cx="13182600" cy="3949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150100" y="1244600"/>
            <a:ext cx="13246100" cy="1727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445500" y="1308100"/>
            <a:ext cx="4508500" cy="1358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892300" y="3187700"/>
            <a:ext cx="3695700" cy="9525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6388100" y="533400"/>
            <a:ext cx="2844800" cy="20193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222500" y="3175000"/>
            <a:ext cx="3441700" cy="1219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787400" y="6591300"/>
            <a:ext cx="18021300" cy="467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36600" y="876300"/>
            <a:ext cx="16979900" cy="8991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118100" y="6388100"/>
            <a:ext cx="4178300" cy="977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991100" y="3581400"/>
            <a:ext cx="7734300" cy="977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054600" y="4546600"/>
            <a:ext cx="12065000" cy="21590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06600" y="6781800"/>
            <a:ext cx="2730500" cy="2730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480800" y="1346200"/>
            <a:ext cx="5829300" cy="762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130800" y="4254500"/>
            <a:ext cx="8204200" cy="152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82800" y="3454400"/>
            <a:ext cx="2565400" cy="2565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245100" y="7023100"/>
            <a:ext cx="8204200" cy="152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90600" y="1066800"/>
            <a:ext cx="6172200" cy="17526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994900" y="876300"/>
            <a:ext cx="2082800" cy="1473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838200" y="228600"/>
            <a:ext cx="7937500" cy="4152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5003800" y="7302500"/>
            <a:ext cx="10680700" cy="144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493000" y="-4051300"/>
            <a:ext cx="33147000" cy="1803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00100" y="393700"/>
            <a:ext cx="16573500" cy="9017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505700" y="3975100"/>
            <a:ext cx="3695700" cy="444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31900" y="7378700"/>
            <a:ext cx="15824200" cy="152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098800" y="2870200"/>
            <a:ext cx="10922000" cy="2413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470400" y="4419600"/>
            <a:ext cx="11366500" cy="1854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003800" y="4343400"/>
            <a:ext cx="11049000" cy="2209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57200" y="8115300"/>
            <a:ext cx="4457700" cy="1219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616200" y="3289300"/>
            <a:ext cx="3175000" cy="3708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17600" y="965200"/>
            <a:ext cx="6172200" cy="1752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36700" y="584200"/>
            <a:ext cx="6146800" cy="3213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4025900" y="8115300"/>
            <a:ext cx="4686300" cy="1219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8534400" y="8128000"/>
            <a:ext cx="4140200" cy="1219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446000" y="8115300"/>
            <a:ext cx="4686300" cy="1219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282700" y="7467600"/>
            <a:ext cx="3416300" cy="1003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5092700" y="7454900"/>
            <a:ext cx="3365500" cy="10033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9220200" y="7442200"/>
            <a:ext cx="3340100" cy="10033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3436600" y="7454900"/>
            <a:ext cx="3416300" cy="1003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49700"/>
            <a:ext cx="34251900" cy="18453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20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35000" y="927100"/>
            <a:ext cx="29464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597400" y="3873500"/>
            <a:ext cx="9093200" cy="5118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03300" y="2476500"/>
            <a:ext cx="13271500" cy="1397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214100" y="8940800"/>
            <a:ext cx="721360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4229100"/>
            <a:ext cx="34251900" cy="18834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406400"/>
            <a:ext cx="17119600" cy="9423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35000" y="927100"/>
            <a:ext cx="29464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77900" y="2933700"/>
            <a:ext cx="10439400" cy="1397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77900" y="5727700"/>
            <a:ext cx="13182600" cy="1397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120900" y="4229100"/>
            <a:ext cx="5003800" cy="1397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120900" y="7137400"/>
            <a:ext cx="4673600" cy="139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49700"/>
            <a:ext cx="34251900" cy="18453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20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08100" y="1028700"/>
            <a:ext cx="1892300" cy="1803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617200" y="4102100"/>
            <a:ext cx="6172200" cy="3708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06700" y="1130300"/>
            <a:ext cx="4889500" cy="1701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16000" y="2476500"/>
            <a:ext cx="8140700" cy="1397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77900" y="3505200"/>
            <a:ext cx="5816600" cy="1397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66800" y="5600700"/>
            <a:ext cx="9321800" cy="2832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10172700" y="8864600"/>
            <a:ext cx="36690300" cy="698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49700"/>
            <a:ext cx="34251900" cy="18453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20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08100" y="1028700"/>
            <a:ext cx="1892300" cy="1803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550400" y="3746500"/>
            <a:ext cx="7340600" cy="4470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06700" y="1130300"/>
            <a:ext cx="4889500" cy="1701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16000" y="2476500"/>
            <a:ext cx="8140700" cy="1397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77900" y="3505200"/>
            <a:ext cx="8026400" cy="1397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79500" y="5689600"/>
            <a:ext cx="7861300" cy="3454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13931900" y="8864600"/>
            <a:ext cx="44208700" cy="698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49700"/>
            <a:ext cx="34251900" cy="18453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20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08100" y="1028700"/>
            <a:ext cx="1892300" cy="1803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962400" y="5486400"/>
            <a:ext cx="3759200" cy="25019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033000" y="6121400"/>
            <a:ext cx="4305300" cy="1612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806700" y="1130300"/>
            <a:ext cx="4889500" cy="1701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16000" y="2476500"/>
            <a:ext cx="8140700" cy="1397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77900" y="3505200"/>
            <a:ext cx="8001000" cy="1397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917700" y="8153400"/>
            <a:ext cx="7429500" cy="10541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8039100" y="8153400"/>
            <a:ext cx="7239000" cy="1054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49700"/>
            <a:ext cx="34251900" cy="18453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20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08100" y="1028700"/>
            <a:ext cx="1892300" cy="1803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689600" y="4711700"/>
            <a:ext cx="6921500" cy="3975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06700" y="1130300"/>
            <a:ext cx="4889500" cy="1701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16000" y="2476500"/>
            <a:ext cx="8140700" cy="1397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77900" y="3505200"/>
            <a:ext cx="8001000" cy="1397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054600" y="8610600"/>
            <a:ext cx="7213600" cy="1054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49700"/>
            <a:ext cx="34251900" cy="18453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20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08100" y="1028700"/>
            <a:ext cx="1892300" cy="1803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346700" y="4711700"/>
            <a:ext cx="7581900" cy="4229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06700" y="1130300"/>
            <a:ext cx="4889500" cy="1701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16000" y="2476500"/>
            <a:ext cx="8140700" cy="1397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77900" y="3505200"/>
            <a:ext cx="8001000" cy="1397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194300" y="8775700"/>
            <a:ext cx="7010400" cy="1054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49700"/>
            <a:ext cx="34251900" cy="18453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20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08100" y="1028700"/>
            <a:ext cx="1892300" cy="1803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617700" y="3670300"/>
            <a:ext cx="2603500" cy="5753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06700" y="1130300"/>
            <a:ext cx="4889500" cy="1701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16000" y="2476500"/>
            <a:ext cx="8140700" cy="1397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77900" y="3505200"/>
            <a:ext cx="8001000" cy="1397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578100" y="6134100"/>
            <a:ext cx="11798300" cy="1587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49700"/>
            <a:ext cx="34251900" cy="18453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20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070100" y="3911600"/>
            <a:ext cx="9245600" cy="4914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06700" y="1130300"/>
            <a:ext cx="4851400" cy="1701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79500" y="2692400"/>
            <a:ext cx="12166600" cy="13208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306300" y="3911600"/>
            <a:ext cx="4572000" cy="3746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119100" y="4533900"/>
            <a:ext cx="316230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49700"/>
            <a:ext cx="34251900" cy="18453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20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280900" y="2032000"/>
            <a:ext cx="4610100" cy="16129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622800" y="3911600"/>
            <a:ext cx="3568700" cy="50927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547100" y="3911600"/>
            <a:ext cx="5118100" cy="5092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06500" y="2451100"/>
            <a:ext cx="11645900" cy="1397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806700" y="1130300"/>
            <a:ext cx="4851400" cy="1701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49700"/>
            <a:ext cx="34251900" cy="18453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20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280900" y="2032000"/>
            <a:ext cx="4610100" cy="1612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057900" y="4749800"/>
            <a:ext cx="6172200" cy="2476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06500" y="2451100"/>
            <a:ext cx="11645900" cy="1397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806700" y="1130300"/>
            <a:ext cx="4851400" cy="1701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663700" y="7226300"/>
            <a:ext cx="12725400" cy="1587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49700"/>
            <a:ext cx="34251900" cy="18453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20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280900" y="2032000"/>
            <a:ext cx="4610100" cy="16129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429000" y="4559300"/>
            <a:ext cx="2870200" cy="16764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118600" y="6756400"/>
            <a:ext cx="6172200" cy="9779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441700" y="6756400"/>
            <a:ext cx="4978400" cy="965200"/>
          </a:xfrm>
          <a:prstGeom prst="rect">
            <a:avLst/>
          </a:prstGeom>
        </p:spPr>
      </p:pic>
      <p:grpSp>
        <p:nvGrpSpPr>
          <p:cNvPr name="Group 16" id="1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781800" y="4559300"/>
            <a:ext cx="7721600" cy="17018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06500" y="2451100"/>
            <a:ext cx="11645900" cy="1397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806700" y="1130300"/>
            <a:ext cx="4851400" cy="17018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273300" y="8026400"/>
            <a:ext cx="12103100" cy="10541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49700"/>
            <a:ext cx="34251900" cy="18453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20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280900" y="2032000"/>
            <a:ext cx="4610100" cy="16129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245100" y="4787900"/>
            <a:ext cx="8242300" cy="4381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06500" y="2451100"/>
            <a:ext cx="11645900" cy="1397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806700" y="1130300"/>
            <a:ext cx="4851400" cy="1701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714500" y="3733800"/>
            <a:ext cx="12674600" cy="10541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23900" y="927100"/>
            <a:ext cx="28956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235200" y="6286500"/>
            <a:ext cx="2032000" cy="1841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876800" y="6604000"/>
            <a:ext cx="2006600" cy="12954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493000" y="6794500"/>
            <a:ext cx="2451100" cy="11049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896600" y="6743700"/>
            <a:ext cx="850900" cy="927100"/>
          </a:xfrm>
          <a:prstGeom prst="rect">
            <a:avLst/>
          </a:prstGeom>
        </p:spPr>
      </p:pic>
      <p:grpSp>
        <p:nvGrpSpPr>
          <p:cNvPr name="Group 16" id="1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573000" y="6134100"/>
            <a:ext cx="1447800" cy="1841500"/>
          </a:xfrm>
          <a:prstGeom prst="rect">
            <a:avLst/>
          </a:prstGeom>
        </p:spPr>
      </p:pic>
      <p:grpSp>
        <p:nvGrpSpPr>
          <p:cNvPr name="Group 18" id="1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338300" y="6540500"/>
            <a:ext cx="2578100" cy="14224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117600" y="2362200"/>
            <a:ext cx="11163300" cy="13970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806700" y="1130300"/>
            <a:ext cx="4889500" cy="17018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3302000" y="4457700"/>
            <a:ext cx="11087100" cy="10541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23900" y="927100"/>
            <a:ext cx="28956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235200" y="6286500"/>
            <a:ext cx="2032000" cy="1841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876800" y="6604000"/>
            <a:ext cx="2006600" cy="12954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493000" y="6794500"/>
            <a:ext cx="2451100" cy="11049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896600" y="6743700"/>
            <a:ext cx="850900" cy="927100"/>
          </a:xfrm>
          <a:prstGeom prst="rect">
            <a:avLst/>
          </a:prstGeom>
        </p:spPr>
      </p:pic>
      <p:grpSp>
        <p:nvGrpSpPr>
          <p:cNvPr name="Group 16" id="1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573000" y="6134100"/>
            <a:ext cx="1447800" cy="1841500"/>
          </a:xfrm>
          <a:prstGeom prst="rect">
            <a:avLst/>
          </a:prstGeom>
        </p:spPr>
      </p:pic>
      <p:grpSp>
        <p:nvGrpSpPr>
          <p:cNvPr name="Group 18" id="1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338300" y="6540500"/>
            <a:ext cx="2578100" cy="14224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117600" y="2362200"/>
            <a:ext cx="11163300" cy="13970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806700" y="1130300"/>
            <a:ext cx="4889500" cy="17018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3937000" y="4457700"/>
            <a:ext cx="10426700" cy="10541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23900" y="927100"/>
            <a:ext cx="28956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112000" y="4927600"/>
            <a:ext cx="4076700" cy="3505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06700" y="1130300"/>
            <a:ext cx="4889500" cy="1701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479800" y="3365500"/>
            <a:ext cx="10883900" cy="10541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31900" y="4229100"/>
            <a:ext cx="15621000" cy="4508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11200" y="927100"/>
            <a:ext cx="2895600" cy="2032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06700" y="1130300"/>
            <a:ext cx="3390900" cy="1574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092700" y="3467100"/>
            <a:ext cx="6997700" cy="927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127500" y="3352800"/>
            <a:ext cx="7543800" cy="1485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374900" y="5041900"/>
            <a:ext cx="7505700" cy="11430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409700" y="5054600"/>
            <a:ext cx="825500" cy="7493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409700" y="6070600"/>
            <a:ext cx="825500" cy="7493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409700" y="6972300"/>
            <a:ext cx="825500" cy="749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117600" y="2362200"/>
            <a:ext cx="15468600" cy="1397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374900" y="6019800"/>
            <a:ext cx="9601200" cy="11430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374900" y="6908800"/>
            <a:ext cx="87884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442200" y="-3505200"/>
            <a:ext cx="33147000" cy="17487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800100"/>
            <a:ext cx="16573500" cy="87376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900400" y="7112000"/>
            <a:ext cx="2184400" cy="55880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794500" y="1231900"/>
            <a:ext cx="4533900" cy="3213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711200" y="3771900"/>
            <a:ext cx="18211800" cy="3441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