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11.pn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21.pn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14" Target="../media/image34.png" Type="http://schemas.openxmlformats.org/officeDocument/2006/relationships/image"/><Relationship Id="rId15" Target="../media/image35.png" Type="http://schemas.openxmlformats.org/officeDocument/2006/relationships/image"/><Relationship Id="rId16" Target="../media/image36.png" Type="http://schemas.openxmlformats.org/officeDocument/2006/relationships/image"/><Relationship Id="rId17" Target="../media/image37.png" Type="http://schemas.openxmlformats.org/officeDocument/2006/relationships/image"/><Relationship Id="rId18" Target="../media/image38.png" Type="http://schemas.openxmlformats.org/officeDocument/2006/relationships/image"/><Relationship Id="rId19" Target="../media/image39.pn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51.png" Type="http://schemas.openxmlformats.org/officeDocument/2006/relationships/image"/><Relationship Id="rId8" Target="../media/image46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53.png" Type="http://schemas.openxmlformats.org/officeDocument/2006/relationships/image"/><Relationship Id="rId8" Target="../media/image46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png" Type="http://schemas.openxmlformats.org/officeDocument/2006/relationships/image"/><Relationship Id="rId12" Target="../media/image63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2.png" Type="http://schemas.openxmlformats.org/officeDocument/2006/relationships/image"/><Relationship Id="rId5" Target="../media/image57.png" Type="http://schemas.openxmlformats.org/officeDocument/2006/relationships/image"/><Relationship Id="rId6" Target="../media/image44.png" Type="http://schemas.openxmlformats.org/officeDocument/2006/relationships/image"/><Relationship Id="rId7" Target="../media/image58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png" Type="http://schemas.openxmlformats.org/officeDocument/2006/relationships/image"/><Relationship Id="rId12" Target="../media/image63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2.png" Type="http://schemas.openxmlformats.org/officeDocument/2006/relationships/image"/><Relationship Id="rId5" Target="../media/image57.png" Type="http://schemas.openxmlformats.org/officeDocument/2006/relationships/image"/><Relationship Id="rId6" Target="../media/image44.png" Type="http://schemas.openxmlformats.org/officeDocument/2006/relationships/image"/><Relationship Id="rId7" Target="../media/image58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2.png" Type="http://schemas.openxmlformats.org/officeDocument/2006/relationships/image"/><Relationship Id="rId5" Target="../media/image57.png" Type="http://schemas.openxmlformats.org/officeDocument/2006/relationships/image"/><Relationship Id="rId6" Target="../media/image44.png" Type="http://schemas.openxmlformats.org/officeDocument/2006/relationships/image"/><Relationship Id="rId7" Target="../media/image66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2.png" Type="http://schemas.openxmlformats.org/officeDocument/2006/relationships/image"/><Relationship Id="rId5" Target="../media/image57.png" Type="http://schemas.openxmlformats.org/officeDocument/2006/relationships/image"/><Relationship Id="rId6" Target="../media/image44.png" Type="http://schemas.openxmlformats.org/officeDocument/2006/relationships/image"/><Relationship Id="rId7" Target="../media/image68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2.png" Type="http://schemas.openxmlformats.org/officeDocument/2006/relationships/image"/><Relationship Id="rId5" Target="../media/image57.png" Type="http://schemas.openxmlformats.org/officeDocument/2006/relationships/image"/><Relationship Id="rId6" Target="../media/image44.png" Type="http://schemas.openxmlformats.org/officeDocument/2006/relationships/image"/><Relationship Id="rId7" Target="../media/image70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2.png" Type="http://schemas.openxmlformats.org/officeDocument/2006/relationships/image"/><Relationship Id="rId5" Target="../media/image57.png" Type="http://schemas.openxmlformats.org/officeDocument/2006/relationships/image"/><Relationship Id="rId6" Target="../media/image44.png" Type="http://schemas.openxmlformats.org/officeDocument/2006/relationships/image"/><Relationship Id="rId7" Target="../media/image72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2.png" Type="http://schemas.openxmlformats.org/officeDocument/2006/relationships/image"/><Relationship Id="rId5" Target="../media/image57.png" Type="http://schemas.openxmlformats.org/officeDocument/2006/relationships/image"/><Relationship Id="rId6" Target="../media/image44.png" Type="http://schemas.openxmlformats.org/officeDocument/2006/relationships/image"/><Relationship Id="rId7" Target="../media/image74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2.png" Type="http://schemas.openxmlformats.org/officeDocument/2006/relationships/image"/><Relationship Id="rId5" Target="../media/image76.png" Type="http://schemas.openxmlformats.org/officeDocument/2006/relationships/image"/><Relationship Id="rId6" Target="../media/image44.png" Type="http://schemas.openxmlformats.org/officeDocument/2006/relationships/image"/><Relationship Id="rId7" Target="../media/image77.png" Type="http://schemas.openxmlformats.org/officeDocument/2006/relationships/image"/><Relationship Id="rId8" Target="../media/image78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2.png" Type="http://schemas.openxmlformats.org/officeDocument/2006/relationships/image"/><Relationship Id="rId5" Target="../media/image76.png" Type="http://schemas.openxmlformats.org/officeDocument/2006/relationships/image"/><Relationship Id="rId6" Target="../media/image44.png" Type="http://schemas.openxmlformats.org/officeDocument/2006/relationships/image"/><Relationship Id="rId7" Target="../media/image77.png" Type="http://schemas.openxmlformats.org/officeDocument/2006/relationships/image"/><Relationship Id="rId8" Target="../media/image78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2.png" Type="http://schemas.openxmlformats.org/officeDocument/2006/relationships/image"/><Relationship Id="rId5" Target="../media/image76.png" Type="http://schemas.openxmlformats.org/officeDocument/2006/relationships/image"/><Relationship Id="rId6" Target="../media/image44.png" Type="http://schemas.openxmlformats.org/officeDocument/2006/relationships/image"/><Relationship Id="rId7" Target="../media/image77.png" Type="http://schemas.openxmlformats.org/officeDocument/2006/relationships/image"/><Relationship Id="rId8" Target="../media/image78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png" Type="http://schemas.openxmlformats.org/officeDocument/2006/relationships/image"/><Relationship Id="rId11" Target="../media/image86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2.png" Type="http://schemas.openxmlformats.org/officeDocument/2006/relationships/image"/><Relationship Id="rId5" Target="../media/image76.png" Type="http://schemas.openxmlformats.org/officeDocument/2006/relationships/image"/><Relationship Id="rId6" Target="../media/image44.png" Type="http://schemas.openxmlformats.org/officeDocument/2006/relationships/image"/><Relationship Id="rId7" Target="../media/image77.png" Type="http://schemas.openxmlformats.org/officeDocument/2006/relationships/image"/><Relationship Id="rId8" Target="../media/image78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7.png" Type="http://schemas.openxmlformats.org/officeDocument/2006/relationships/image"/><Relationship Id="rId11" Target="../media/image88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2.png" Type="http://schemas.openxmlformats.org/officeDocument/2006/relationships/image"/><Relationship Id="rId5" Target="../media/image76.png" Type="http://schemas.openxmlformats.org/officeDocument/2006/relationships/image"/><Relationship Id="rId6" Target="../media/image44.png" Type="http://schemas.openxmlformats.org/officeDocument/2006/relationships/image"/><Relationship Id="rId7" Target="../media/image77.png" Type="http://schemas.openxmlformats.org/officeDocument/2006/relationships/image"/><Relationship Id="rId8" Target="../media/image78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2.png" Type="http://schemas.openxmlformats.org/officeDocument/2006/relationships/image"/><Relationship Id="rId5" Target="../media/image76.png" Type="http://schemas.openxmlformats.org/officeDocument/2006/relationships/image"/><Relationship Id="rId6" Target="../media/image44.png" Type="http://schemas.openxmlformats.org/officeDocument/2006/relationships/image"/><Relationship Id="rId7" Target="../media/image89.png" Type="http://schemas.openxmlformats.org/officeDocument/2006/relationships/image"/><Relationship Id="rId8" Target="../media/image78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11" Target="../media/image93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2.png" Type="http://schemas.openxmlformats.org/officeDocument/2006/relationships/image"/><Relationship Id="rId5" Target="../media/image76.png" Type="http://schemas.openxmlformats.org/officeDocument/2006/relationships/image"/><Relationship Id="rId6" Target="../media/image44.png" Type="http://schemas.openxmlformats.org/officeDocument/2006/relationships/image"/><Relationship Id="rId7" Target="../media/image91.png" Type="http://schemas.openxmlformats.org/officeDocument/2006/relationships/image"/><Relationship Id="rId8" Target="../media/image78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2.png" Type="http://schemas.openxmlformats.org/officeDocument/2006/relationships/image"/><Relationship Id="rId5" Target="../media/image76.png" Type="http://schemas.openxmlformats.org/officeDocument/2006/relationships/image"/><Relationship Id="rId6" Target="../media/image44.png" Type="http://schemas.openxmlformats.org/officeDocument/2006/relationships/image"/><Relationship Id="rId7" Target="../media/image94.png" Type="http://schemas.openxmlformats.org/officeDocument/2006/relationships/image"/><Relationship Id="rId8" Target="../media/image78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2.png" Type="http://schemas.openxmlformats.org/officeDocument/2006/relationships/image"/><Relationship Id="rId5" Target="../media/image76.png" Type="http://schemas.openxmlformats.org/officeDocument/2006/relationships/image"/><Relationship Id="rId6" Target="../media/image44.png" Type="http://schemas.openxmlformats.org/officeDocument/2006/relationships/image"/><Relationship Id="rId7" Target="../media/image96.png" Type="http://schemas.openxmlformats.org/officeDocument/2006/relationships/image"/><Relationship Id="rId8" Target="../media/image78.png" Type="http://schemas.openxmlformats.org/officeDocument/2006/relationships/image"/><Relationship Id="rId9" Target="../media/image9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3.png" Type="http://schemas.openxmlformats.org/officeDocument/2006/relationships/image"/><Relationship Id="rId11" Target="../media/image104.png" Type="http://schemas.openxmlformats.org/officeDocument/2006/relationships/image"/><Relationship Id="rId12" Target="../media/image105.png" Type="http://schemas.openxmlformats.org/officeDocument/2006/relationships/image"/><Relationship Id="rId13" Target="../media/image106.png" Type="http://schemas.openxmlformats.org/officeDocument/2006/relationships/image"/><Relationship Id="rId14" Target="../media/image107.png" Type="http://schemas.openxmlformats.org/officeDocument/2006/relationships/image"/><Relationship Id="rId15" Target="../media/image108.png" Type="http://schemas.openxmlformats.org/officeDocument/2006/relationships/image"/><Relationship Id="rId2" Target="../media/image98.png" Type="http://schemas.openxmlformats.org/officeDocument/2006/relationships/image"/><Relationship Id="rId3" Target="../media/image99.png" Type="http://schemas.openxmlformats.org/officeDocument/2006/relationships/image"/><Relationship Id="rId4" Target="../media/image42.png" Type="http://schemas.openxmlformats.org/officeDocument/2006/relationships/image"/><Relationship Id="rId5" Target="../media/image100.png" Type="http://schemas.openxmlformats.org/officeDocument/2006/relationships/image"/><Relationship Id="rId6" Target="../media/image44.png" Type="http://schemas.openxmlformats.org/officeDocument/2006/relationships/image"/><Relationship Id="rId7" Target="../media/image101.png" Type="http://schemas.openxmlformats.org/officeDocument/2006/relationships/image"/><Relationship Id="rId8" Target="../media/image102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9.png" Type="http://schemas.openxmlformats.org/officeDocument/2006/relationships/image"/><Relationship Id="rId11" Target="../media/image107.png" Type="http://schemas.openxmlformats.org/officeDocument/2006/relationships/image"/><Relationship Id="rId12" Target="../media/image110.png" Type="http://schemas.openxmlformats.org/officeDocument/2006/relationships/image"/><Relationship Id="rId2" Target="../media/image98.png" Type="http://schemas.openxmlformats.org/officeDocument/2006/relationships/image"/><Relationship Id="rId3" Target="../media/image99.png" Type="http://schemas.openxmlformats.org/officeDocument/2006/relationships/image"/><Relationship Id="rId4" Target="../media/image42.png" Type="http://schemas.openxmlformats.org/officeDocument/2006/relationships/image"/><Relationship Id="rId5" Target="../media/image100.png" Type="http://schemas.openxmlformats.org/officeDocument/2006/relationships/image"/><Relationship Id="rId6" Target="../media/image44.png" Type="http://schemas.openxmlformats.org/officeDocument/2006/relationships/image"/><Relationship Id="rId7" Target="../media/image101.png" Type="http://schemas.openxmlformats.org/officeDocument/2006/relationships/image"/><Relationship Id="rId8" Target="../media/image102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1.png" Type="http://schemas.openxmlformats.org/officeDocument/2006/relationships/image"/><Relationship Id="rId11" Target="../media/image112.png" Type="http://schemas.openxmlformats.org/officeDocument/2006/relationships/image"/><Relationship Id="rId12" Target="../media/image113.png" Type="http://schemas.openxmlformats.org/officeDocument/2006/relationships/image"/><Relationship Id="rId13" Target="../media/image107.png" Type="http://schemas.openxmlformats.org/officeDocument/2006/relationships/image"/><Relationship Id="rId14" Target="../media/image114.png" Type="http://schemas.openxmlformats.org/officeDocument/2006/relationships/image"/><Relationship Id="rId2" Target="../media/image98.png" Type="http://schemas.openxmlformats.org/officeDocument/2006/relationships/image"/><Relationship Id="rId3" Target="../media/image99.png" Type="http://schemas.openxmlformats.org/officeDocument/2006/relationships/image"/><Relationship Id="rId4" Target="../media/image42.png" Type="http://schemas.openxmlformats.org/officeDocument/2006/relationships/image"/><Relationship Id="rId5" Target="../media/image100.png" Type="http://schemas.openxmlformats.org/officeDocument/2006/relationships/image"/><Relationship Id="rId6" Target="../media/image44.png" Type="http://schemas.openxmlformats.org/officeDocument/2006/relationships/image"/><Relationship Id="rId7" Target="../media/image101.png" Type="http://schemas.openxmlformats.org/officeDocument/2006/relationships/image"/><Relationship Id="rId8" Target="../media/image102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8.png" Type="http://schemas.openxmlformats.org/officeDocument/2006/relationships/image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42.png" Type="http://schemas.openxmlformats.org/officeDocument/2006/relationships/image"/><Relationship Id="rId5" Target="../media/image115.png" Type="http://schemas.openxmlformats.org/officeDocument/2006/relationships/image"/><Relationship Id="rId6" Target="../media/image44.png" Type="http://schemas.openxmlformats.org/officeDocument/2006/relationships/image"/><Relationship Id="rId7" Target="../media/image116.png" Type="http://schemas.openxmlformats.org/officeDocument/2006/relationships/image"/><Relationship Id="rId8" Target="../media/image117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9.png" Type="http://schemas.openxmlformats.org/officeDocument/2006/relationships/image"/><Relationship Id="rId3" Target="../media/image120.png" Type="http://schemas.openxmlformats.org/officeDocument/2006/relationships/image"/><Relationship Id="rId4" Target="../media/image60.png" Type="http://schemas.openxmlformats.org/officeDocument/2006/relationships/image"/><Relationship Id="rId5" Target="../media/image121.png" Type="http://schemas.openxmlformats.org/officeDocument/2006/relationships/image"/><Relationship Id="rId6" Target="../media/image1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423900" y="7721600"/>
            <a:ext cx="8216900" cy="383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57300" y="0"/>
            <a:ext cx="8216900" cy="383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14500" y="647700"/>
            <a:ext cx="15468600" cy="8991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439900" y="5245100"/>
            <a:ext cx="3175000" cy="370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21700" y="1028700"/>
            <a:ext cx="3263900" cy="7366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4064000"/>
            <a:ext cx="3721100" cy="302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5118100"/>
            <a:ext cx="17348200" cy="4292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191000" y="3454400"/>
            <a:ext cx="13081000" cy="3429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50100" y="1244600"/>
            <a:ext cx="13246100" cy="1727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45500" y="1308100"/>
            <a:ext cx="4508500" cy="135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92300" y="3187700"/>
            <a:ext cx="3695700" cy="952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388100" y="533400"/>
            <a:ext cx="2844800" cy="201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222500" y="3162300"/>
            <a:ext cx="3441700" cy="1231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36600" y="876300"/>
            <a:ext cx="16979900" cy="8991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118100" y="6388100"/>
            <a:ext cx="4178300" cy="97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991100" y="3594100"/>
            <a:ext cx="8343900" cy="965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41900" y="4457700"/>
            <a:ext cx="12319000" cy="1447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6781800"/>
            <a:ext cx="2730500" cy="273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290300" y="1346200"/>
            <a:ext cx="5041900" cy="762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130800" y="4254500"/>
            <a:ext cx="8204200" cy="15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82800" y="3454400"/>
            <a:ext cx="2565400" cy="256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245100" y="7023100"/>
            <a:ext cx="8204200" cy="15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0600" y="1066800"/>
            <a:ext cx="6172200" cy="1752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867900" y="876300"/>
            <a:ext cx="2082800" cy="147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38200" y="228600"/>
            <a:ext cx="7937500" cy="415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118100" y="7086600"/>
            <a:ext cx="123952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93000" y="-4051300"/>
            <a:ext cx="33147000" cy="1803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00100" y="393700"/>
            <a:ext cx="16573500" cy="9017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05700" y="3975100"/>
            <a:ext cx="36957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7378700"/>
            <a:ext cx="158242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98800" y="2870200"/>
            <a:ext cx="10922000" cy="241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70400" y="4419600"/>
            <a:ext cx="11366500" cy="185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054600" y="4356100"/>
            <a:ext cx="11061700" cy="2209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54100" y="8166100"/>
            <a:ext cx="4000500" cy="736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16200" y="3289300"/>
            <a:ext cx="3175000" cy="3708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17600" y="965200"/>
            <a:ext cx="6172200" cy="1752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6700" y="584200"/>
            <a:ext cx="6146800" cy="3213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695700" y="8178800"/>
            <a:ext cx="5270500" cy="736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839200" y="8013700"/>
            <a:ext cx="3810000" cy="1206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954000" y="8001000"/>
            <a:ext cx="4178300" cy="1206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82700" y="7454900"/>
            <a:ext cx="3416300" cy="1016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092700" y="7429500"/>
            <a:ext cx="3365500" cy="1016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004300" y="7404100"/>
            <a:ext cx="3403600" cy="1016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233400" y="7442200"/>
            <a:ext cx="34036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216400" y="3594100"/>
            <a:ext cx="9842500" cy="553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41400" y="2590800"/>
            <a:ext cx="9448800" cy="1104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919200" y="9791700"/>
            <a:ext cx="5918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4229100"/>
            <a:ext cx="34251900" cy="18834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406400"/>
            <a:ext cx="17119600" cy="942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5613400" y="2019300"/>
            <a:ext cx="29502100" cy="919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03300" y="2476500"/>
            <a:ext cx="1534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604000" y="4089400"/>
            <a:ext cx="4394200" cy="4978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16000" y="2133600"/>
            <a:ext cx="16459200" cy="1993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108458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02000" y="3784600"/>
            <a:ext cx="4699000" cy="4254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083800" y="3784600"/>
            <a:ext cx="4635500" cy="4254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1092200" y="8623300"/>
            <a:ext cx="173355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108458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187700" y="3797300"/>
            <a:ext cx="4699000" cy="42291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185400" y="3797300"/>
            <a:ext cx="4559300" cy="4216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1092200" y="8623300"/>
            <a:ext cx="173355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138557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5613400" y="2019300"/>
            <a:ext cx="29502100" cy="919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92200" y="2374900"/>
            <a:ext cx="155194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5613400" y="2019300"/>
            <a:ext cx="29502100" cy="919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2374900"/>
            <a:ext cx="162306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5613400" y="2019300"/>
            <a:ext cx="29502100" cy="919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41400" y="2311400"/>
            <a:ext cx="158496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829300" y="3314700"/>
            <a:ext cx="6642100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0300" y="2438400"/>
            <a:ext cx="16256000" cy="2032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5613400" y="2019300"/>
            <a:ext cx="29502100" cy="919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66800" y="2362200"/>
            <a:ext cx="148082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832600" y="3314700"/>
            <a:ext cx="4622800" cy="5130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52500" y="8343900"/>
            <a:ext cx="154178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66800" y="2362200"/>
            <a:ext cx="148082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057900" y="3302000"/>
            <a:ext cx="5562600" cy="5207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2082800" y="8610600"/>
            <a:ext cx="184531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66800" y="2362200"/>
            <a:ext cx="148082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419600" y="3429000"/>
            <a:ext cx="9436100" cy="527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1714500" y="8305800"/>
            <a:ext cx="180848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66800" y="2362200"/>
            <a:ext cx="148082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867400" y="3365500"/>
            <a:ext cx="6515100" cy="5207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71600" y="8572500"/>
            <a:ext cx="149860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66800" y="2362200"/>
            <a:ext cx="148082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210300" y="3302000"/>
            <a:ext cx="5867400" cy="5029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65300" y="8267700"/>
            <a:ext cx="145669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92200" y="2362200"/>
            <a:ext cx="142748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5613400" y="2019300"/>
            <a:ext cx="29502100" cy="919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92200" y="2362200"/>
            <a:ext cx="57404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092700" y="3390900"/>
            <a:ext cx="8102600" cy="4813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1638300" y="8534400"/>
            <a:ext cx="180213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2311400"/>
            <a:ext cx="16078200" cy="2082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5613400" y="2019300"/>
            <a:ext cx="29502100" cy="9194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2311400"/>
            <a:ext cx="16129000" cy="2082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6604000" y="1981200"/>
            <a:ext cx="31470600" cy="92964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75100"/>
            <a:ext cx="34251900" cy="1855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83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2374900"/>
            <a:ext cx="121539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711700" y="3403600"/>
            <a:ext cx="8801100" cy="7493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336800" y="4521200"/>
            <a:ext cx="6172200" cy="25273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915400" y="4330700"/>
            <a:ext cx="7137400" cy="3416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895600" y="3365500"/>
            <a:ext cx="11036300" cy="1130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360400" y="9791700"/>
            <a:ext cx="7073900" cy="546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27100" y="8382000"/>
            <a:ext cx="149606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75100"/>
            <a:ext cx="34251900" cy="1855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83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2374900"/>
            <a:ext cx="121539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245100" y="3238500"/>
            <a:ext cx="7442200" cy="5118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360400" y="9791700"/>
            <a:ext cx="7073900" cy="546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82800" y="8382000"/>
            <a:ext cx="137668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75100"/>
            <a:ext cx="34251900" cy="1855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83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2374900"/>
            <a:ext cx="121539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46200" y="3378200"/>
            <a:ext cx="5359400" cy="35941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217400" y="3327400"/>
            <a:ext cx="4864100" cy="36322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832600" y="3276600"/>
            <a:ext cx="5067300" cy="3733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60400" y="9791700"/>
            <a:ext cx="7073900" cy="546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082800" y="8115300"/>
            <a:ext cx="137668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2654300"/>
            <a:ext cx="109855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303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5613400" y="2019300"/>
            <a:ext cx="29502100" cy="9194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42200" y="-3505200"/>
            <a:ext cx="33147000" cy="1748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00100"/>
            <a:ext cx="16573500" cy="87376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00400" y="7112000"/>
            <a:ext cx="2184400" cy="5588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94500" y="1231900"/>
            <a:ext cx="4533900" cy="321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711200" y="3771900"/>
            <a:ext cx="18211800" cy="3441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