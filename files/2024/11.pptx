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2.png" Type="http://schemas.openxmlformats.org/officeDocument/2006/relationships/image"/><Relationship Id="rId8" Target="../media/image47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4.png" Type="http://schemas.openxmlformats.org/officeDocument/2006/relationships/image"/><Relationship Id="rId8" Target="../media/image47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6.png" Type="http://schemas.openxmlformats.org/officeDocument/2006/relationships/image"/><Relationship Id="rId8" Target="../media/image47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72.png" Type="http://schemas.openxmlformats.org/officeDocument/2006/relationships/image"/><Relationship Id="rId8" Target="../media/image64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72.png" Type="http://schemas.openxmlformats.org/officeDocument/2006/relationships/image"/><Relationship Id="rId8" Target="../media/image64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67.png" Type="http://schemas.openxmlformats.org/officeDocument/2006/relationships/image"/><Relationship Id="rId13" Target="../media/image81.png" Type="http://schemas.openxmlformats.org/officeDocument/2006/relationships/image"/><Relationship Id="rId14" Target="../media/image82.png" Type="http://schemas.openxmlformats.org/officeDocument/2006/relationships/image"/><Relationship Id="rId15" Target="../media/image83.png" Type="http://schemas.openxmlformats.org/officeDocument/2006/relationships/image"/><Relationship Id="rId16" Target="../media/image84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77.png" Type="http://schemas.openxmlformats.org/officeDocument/2006/relationships/image"/><Relationship Id="rId5" Target="../media/image43.png" Type="http://schemas.openxmlformats.org/officeDocument/2006/relationships/image"/><Relationship Id="rId6" Target="../media/image62.png" Type="http://schemas.openxmlformats.org/officeDocument/2006/relationships/image"/><Relationship Id="rId7" Target="../media/image45.png" Type="http://schemas.openxmlformats.org/officeDocument/2006/relationships/image"/><Relationship Id="rId8" Target="../media/image64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5.png" Type="http://schemas.openxmlformats.org/officeDocument/2006/relationships/image"/><Relationship Id="rId6" Target="../media/image4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5.png" Type="http://schemas.openxmlformats.org/officeDocument/2006/relationships/image"/><Relationship Id="rId6" Target="../media/image4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5.png" Type="http://schemas.openxmlformats.org/officeDocument/2006/relationships/image"/><Relationship Id="rId6" Target="../media/image4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5.png" Type="http://schemas.openxmlformats.org/officeDocument/2006/relationships/image"/><Relationship Id="rId6" Target="../media/image4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13" Target="../media/image59.png" Type="http://schemas.openxmlformats.org/officeDocument/2006/relationships/image"/><Relationship Id="rId14" Target="../media/image104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59.png" Type="http://schemas.openxmlformats.org/officeDocument/2006/relationships/image"/><Relationship Id="rId12" Target="../media/image106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59.png" Type="http://schemas.openxmlformats.org/officeDocument/2006/relationships/image"/><Relationship Id="rId12" Target="../media/image108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59.png" Type="http://schemas.openxmlformats.org/officeDocument/2006/relationships/image"/><Relationship Id="rId12" Target="../media/image110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59.png" Type="http://schemas.openxmlformats.org/officeDocument/2006/relationships/image"/><Relationship Id="rId12" Target="../media/image112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59.png" Type="http://schemas.openxmlformats.org/officeDocument/2006/relationships/image"/><Relationship Id="rId12" Target="../media/image114.png" Type="http://schemas.openxmlformats.org/officeDocument/2006/relationships/image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81.png" Type="http://schemas.openxmlformats.org/officeDocument/2006/relationships/image"/><Relationship Id="rId12" Target="../media/image116.png" Type="http://schemas.openxmlformats.org/officeDocument/2006/relationships/image"/><Relationship Id="rId13" Target="../media/image117.png" Type="http://schemas.openxmlformats.org/officeDocument/2006/relationships/image"/><Relationship Id="rId14" Target="../media/image118.png" Type="http://schemas.openxmlformats.org/officeDocument/2006/relationships/image"/><Relationship Id="rId15" Target="../media/image119.png" Type="http://schemas.openxmlformats.org/officeDocument/2006/relationships/image"/><Relationship Id="rId16" Target="../media/image120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98.png" Type="http://schemas.openxmlformats.org/officeDocument/2006/relationships/image"/><Relationship Id="rId6" Target="../media/image45.png" Type="http://schemas.openxmlformats.org/officeDocument/2006/relationships/image"/><Relationship Id="rId7" Target="../media/image115.png" Type="http://schemas.openxmlformats.org/officeDocument/2006/relationships/image"/><Relationship Id="rId8" Target="../media/image100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1.png" Type="http://schemas.openxmlformats.org/officeDocument/2006/relationships/image"/><Relationship Id="rId3" Target="../media/image122.png" Type="http://schemas.openxmlformats.org/officeDocument/2006/relationships/image"/><Relationship Id="rId4" Target="../media/image67.png" Type="http://schemas.openxmlformats.org/officeDocument/2006/relationships/image"/><Relationship Id="rId5" Target="../media/image123.png" Type="http://schemas.openxmlformats.org/officeDocument/2006/relationships/image"/><Relationship Id="rId6" Target="../media/image1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5118100"/>
            <a:ext cx="17348200" cy="429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78300" y="3454400"/>
            <a:ext cx="13081000" cy="342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3162300"/>
            <a:ext cx="34544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47700" y="6756400"/>
            <a:ext cx="179451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83439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4457700"/>
            <a:ext cx="12166600" cy="1447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90300" y="1346200"/>
            <a:ext cx="61087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67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43500" y="7366000"/>
            <a:ext cx="123444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26000" y="4356100"/>
            <a:ext cx="112395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92200" y="8178800"/>
            <a:ext cx="38481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749800" y="8178800"/>
            <a:ext cx="42672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496300" y="8013700"/>
            <a:ext cx="41529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966700" y="8001000"/>
            <a:ext cx="41783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13200" y="3568700"/>
            <a:ext cx="10261600" cy="577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311400"/>
            <a:ext cx="13042900" cy="1663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04900" y="9791700"/>
            <a:ext cx="61468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0600" y="2476500"/>
            <a:ext cx="14998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04000" y="3302000"/>
            <a:ext cx="5080000" cy="575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6370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00300" y="3771900"/>
            <a:ext cx="5549900" cy="554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2476500"/>
            <a:ext cx="137287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229600" y="3225800"/>
            <a:ext cx="9613900" cy="708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74900"/>
            <a:ext cx="8521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3289300"/>
            <a:ext cx="11925300" cy="137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2500" y="8623300"/>
            <a:ext cx="15252700" cy="1041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210300" y="4241800"/>
            <a:ext cx="6096000" cy="4559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861300" y="4749800"/>
            <a:ext cx="2273300" cy="237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084300" y="9791700"/>
            <a:ext cx="56007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47371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14800" y="3302000"/>
            <a:ext cx="5245100" cy="608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15300" y="5245100"/>
            <a:ext cx="94234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47371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203700" y="3302000"/>
            <a:ext cx="4940300" cy="608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712200" y="5245100"/>
            <a:ext cx="88265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19700" y="3352800"/>
            <a:ext cx="6438900" cy="151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22500" y="5054600"/>
            <a:ext cx="107315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972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7600" y="2374900"/>
            <a:ext cx="135382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6019800"/>
            <a:ext cx="80137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97100" y="6959600"/>
            <a:ext cx="116586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62200"/>
            <a:ext cx="13995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121400" y="3276600"/>
            <a:ext cx="6045200" cy="558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20900" y="8712200"/>
            <a:ext cx="14236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62200"/>
            <a:ext cx="13995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48400" y="3327400"/>
            <a:ext cx="5791200" cy="533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451100" y="8712200"/>
            <a:ext cx="18821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62200"/>
            <a:ext cx="13995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29300" y="3327400"/>
            <a:ext cx="6629400" cy="5422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816100" y="8712200"/>
            <a:ext cx="18173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0137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61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62200"/>
            <a:ext cx="13995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4300" y="3302000"/>
            <a:ext cx="6629400" cy="5422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216900" y="4572000"/>
            <a:ext cx="8928100" cy="1574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216900" y="6045200"/>
            <a:ext cx="8661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11700" y="3403600"/>
            <a:ext cx="8801100" cy="749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286500" y="4406900"/>
            <a:ext cx="5715000" cy="4851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97200" y="3149600"/>
            <a:ext cx="10934700" cy="156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66200" y="4305300"/>
            <a:ext cx="93726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49400" y="3556000"/>
            <a:ext cx="7810500" cy="574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39100" y="5626100"/>
            <a:ext cx="9779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97000" y="3378200"/>
            <a:ext cx="7962900" cy="579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216900" y="5435600"/>
            <a:ext cx="9144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3492500"/>
            <a:ext cx="8013700" cy="5867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31300" y="5181600"/>
            <a:ext cx="80518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3454400"/>
            <a:ext cx="10223500" cy="5892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60000" y="5537200"/>
            <a:ext cx="75184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1671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3429000"/>
            <a:ext cx="8178800" cy="5930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890000" y="4597400"/>
            <a:ext cx="8686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74900"/>
            <a:ext cx="161163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5143500"/>
            <a:ext cx="825500" cy="74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6121400"/>
            <a:ext cx="825500" cy="74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7061200"/>
            <a:ext cx="825500" cy="7493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21200" y="3784600"/>
            <a:ext cx="9258300" cy="927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32300" y="3670300"/>
            <a:ext cx="9740900" cy="1435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09800" y="5029200"/>
            <a:ext cx="139573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09800" y="6057900"/>
            <a:ext cx="9372600" cy="1130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6959600"/>
            <a:ext cx="126492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