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1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2.png" Type="http://schemas.openxmlformats.org/officeDocument/2006/relationships/image"/><Relationship Id="rId8" Target="../media/image47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4.png" Type="http://schemas.openxmlformats.org/officeDocument/2006/relationships/image"/><Relationship Id="rId8" Target="../media/image47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6.png" Type="http://schemas.openxmlformats.org/officeDocument/2006/relationships/image"/><Relationship Id="rId8" Target="../media/image47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72.png" Type="http://schemas.openxmlformats.org/officeDocument/2006/relationships/image"/><Relationship Id="rId13" Target="../media/image73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7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7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7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67.png" Type="http://schemas.openxmlformats.org/officeDocument/2006/relationships/image"/><Relationship Id="rId13" Target="../media/image85.png" Type="http://schemas.openxmlformats.org/officeDocument/2006/relationships/image"/><Relationship Id="rId14" Target="../media/image86.png" Type="http://schemas.openxmlformats.org/officeDocument/2006/relationships/image"/><Relationship Id="rId15" Target="../media/image87.png" Type="http://schemas.openxmlformats.org/officeDocument/2006/relationships/image"/><Relationship Id="rId16" Target="../media/image88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81.png" Type="http://schemas.openxmlformats.org/officeDocument/2006/relationships/image"/><Relationship Id="rId5" Target="../media/image43.png" Type="http://schemas.openxmlformats.org/officeDocument/2006/relationships/image"/><Relationship Id="rId6" Target="../media/image62.png" Type="http://schemas.openxmlformats.org/officeDocument/2006/relationships/image"/><Relationship Id="rId7" Target="../media/image45.png" Type="http://schemas.openxmlformats.org/officeDocument/2006/relationships/image"/><Relationship Id="rId8" Target="../media/image64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65.png" Type="http://schemas.openxmlformats.org/officeDocument/2006/relationships/image"/><Relationship Id="rId12" Target="../media/image93.png" Type="http://schemas.openxmlformats.org/officeDocument/2006/relationships/image"/><Relationship Id="rId13" Target="../media/image94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9.png" Type="http://schemas.openxmlformats.org/officeDocument/2006/relationships/image"/><Relationship Id="rId6" Target="../media/image45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65.png" Type="http://schemas.openxmlformats.org/officeDocument/2006/relationships/image"/><Relationship Id="rId12" Target="../media/image96.png" Type="http://schemas.openxmlformats.org/officeDocument/2006/relationships/image"/><Relationship Id="rId13" Target="../media/image97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9.png" Type="http://schemas.openxmlformats.org/officeDocument/2006/relationships/image"/><Relationship Id="rId6" Target="../media/image45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65.png" Type="http://schemas.openxmlformats.org/officeDocument/2006/relationships/image"/><Relationship Id="rId12" Target="../media/image99.png" Type="http://schemas.openxmlformats.org/officeDocument/2006/relationships/image"/><Relationship Id="rId13" Target="../media/image100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9.png" Type="http://schemas.openxmlformats.org/officeDocument/2006/relationships/image"/><Relationship Id="rId6" Target="../media/image45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65.png" Type="http://schemas.openxmlformats.org/officeDocument/2006/relationships/image"/><Relationship Id="rId12" Target="../media/image102.png" Type="http://schemas.openxmlformats.org/officeDocument/2006/relationships/image"/><Relationship Id="rId13" Target="../media/image103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9.png" Type="http://schemas.openxmlformats.org/officeDocument/2006/relationships/image"/><Relationship Id="rId6" Target="../media/image45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65.png" Type="http://schemas.openxmlformats.org/officeDocument/2006/relationships/image"/><Relationship Id="rId12" Target="../media/image108.png" Type="http://schemas.openxmlformats.org/officeDocument/2006/relationships/image"/><Relationship Id="rId13" Target="../media/image59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104.png" Type="http://schemas.openxmlformats.org/officeDocument/2006/relationships/image"/><Relationship Id="rId6" Target="../media/image45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5.png" Type="http://schemas.openxmlformats.org/officeDocument/2006/relationships/image"/><Relationship Id="rId12" Target="../media/image110.png" Type="http://schemas.openxmlformats.org/officeDocument/2006/relationships/image"/><Relationship Id="rId13" Target="../media/image111.png" Type="http://schemas.openxmlformats.org/officeDocument/2006/relationships/image"/><Relationship Id="rId14" Target="../media/image112.png" Type="http://schemas.openxmlformats.org/officeDocument/2006/relationships/image"/><Relationship Id="rId15" Target="../media/image113.png" Type="http://schemas.openxmlformats.org/officeDocument/2006/relationships/image"/><Relationship Id="rId16" Target="../media/image114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104.png" Type="http://schemas.openxmlformats.org/officeDocument/2006/relationships/image"/><Relationship Id="rId6" Target="../media/image45.png" Type="http://schemas.openxmlformats.org/officeDocument/2006/relationships/image"/><Relationship Id="rId7" Target="../media/image109.png" Type="http://schemas.openxmlformats.org/officeDocument/2006/relationships/image"/><Relationship Id="rId8" Target="../media/image10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5.png" Type="http://schemas.openxmlformats.org/officeDocument/2006/relationships/image"/><Relationship Id="rId3" Target="../media/image116.png" Type="http://schemas.openxmlformats.org/officeDocument/2006/relationships/image"/><Relationship Id="rId4" Target="../media/image67.png" Type="http://schemas.openxmlformats.org/officeDocument/2006/relationships/image"/><Relationship Id="rId5" Target="../media/image117.png" Type="http://schemas.openxmlformats.org/officeDocument/2006/relationships/image"/><Relationship Id="rId6" Target="../media/image1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90800" y="5130800"/>
            <a:ext cx="15849600" cy="452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762500" y="3454400"/>
            <a:ext cx="12484100" cy="3429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33600" y="3162300"/>
            <a:ext cx="3517900" cy="1231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600" y="6756400"/>
            <a:ext cx="184658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94100"/>
            <a:ext cx="83439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41900" y="4457700"/>
            <a:ext cx="11925300" cy="1447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0" y="1384300"/>
            <a:ext cx="6515100" cy="111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67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30800" y="7366000"/>
            <a:ext cx="12344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924300" y="4356100"/>
            <a:ext cx="121285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1200" y="8178800"/>
            <a:ext cx="4165600" cy="73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254500" y="8178800"/>
            <a:ext cx="4432300" cy="73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839200" y="8013700"/>
            <a:ext cx="37973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004800" y="8001000"/>
            <a:ext cx="41402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02100" y="3441700"/>
            <a:ext cx="10071100" cy="566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133600"/>
            <a:ext cx="16319500" cy="208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804900" y="9791700"/>
            <a:ext cx="61468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133600"/>
            <a:ext cx="165227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04000" y="3302000"/>
            <a:ext cx="5080000" cy="575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133600"/>
            <a:ext cx="16421100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755900" y="3886200"/>
            <a:ext cx="5232400" cy="5321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133600"/>
            <a:ext cx="16421100" cy="2082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58200" y="3187700"/>
            <a:ext cx="9347200" cy="6502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74900"/>
            <a:ext cx="77978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3289300"/>
            <a:ext cx="10591800" cy="1371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20800" y="8623300"/>
            <a:ext cx="14884400" cy="10414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210300" y="4241800"/>
            <a:ext cx="6096000" cy="45593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251700" y="4686300"/>
            <a:ext cx="3086100" cy="2425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909800" y="9791700"/>
            <a:ext cx="39370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74900"/>
            <a:ext cx="77978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3289300"/>
            <a:ext cx="10591800" cy="1371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978400" y="4305300"/>
            <a:ext cx="8331200" cy="4229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952500" y="8356600"/>
            <a:ext cx="171704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71800" y="1828800"/>
            <a:ext cx="12344400" cy="662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25900" y="8534400"/>
            <a:ext cx="93218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14600" y="1549400"/>
            <a:ext cx="13258800" cy="687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76800" y="8458200"/>
            <a:ext cx="84709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1511300"/>
            <a:ext cx="7607300" cy="5105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44000" y="1511300"/>
            <a:ext cx="6527800" cy="510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79900" y="6731000"/>
            <a:ext cx="9423400" cy="3162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909800" y="9791700"/>
            <a:ext cx="39370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715000" y="3352800"/>
            <a:ext cx="5956300" cy="153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222500" y="5054600"/>
            <a:ext cx="12306300" cy="1130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5054600"/>
            <a:ext cx="8255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070600"/>
            <a:ext cx="825500" cy="74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972300"/>
            <a:ext cx="8255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04900" y="2374900"/>
            <a:ext cx="15265400" cy="137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22500" y="6019800"/>
            <a:ext cx="101346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209800" y="6959600"/>
            <a:ext cx="85344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11400"/>
            <a:ext cx="16103600" cy="208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902200" y="4279900"/>
            <a:ext cx="8470900" cy="45974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93900" y="3289300"/>
            <a:ext cx="11899900" cy="1371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19200" y="8712200"/>
            <a:ext cx="151638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11400"/>
            <a:ext cx="16103600" cy="208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55800" y="4254500"/>
            <a:ext cx="14478000" cy="41783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52600" y="3289300"/>
            <a:ext cx="12128500" cy="1371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1549400" y="8712200"/>
            <a:ext cx="179324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11400"/>
            <a:ext cx="16103600" cy="208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76800" y="4279900"/>
            <a:ext cx="8496300" cy="4152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4800" y="3289300"/>
            <a:ext cx="12357100" cy="1371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2400" y="8712200"/>
            <a:ext cx="162433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11400"/>
            <a:ext cx="16103600" cy="208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62600" y="4178300"/>
            <a:ext cx="7175500" cy="47244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1100" y="3276600"/>
            <a:ext cx="12725400" cy="134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736600" y="8636000"/>
            <a:ext cx="171069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22555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78600" y="4241800"/>
            <a:ext cx="5130800" cy="51308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241800" y="3289300"/>
            <a:ext cx="9677400" cy="1371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53670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5143500"/>
            <a:ext cx="825500" cy="749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6121400"/>
            <a:ext cx="825500" cy="749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7061200"/>
            <a:ext cx="825500" cy="7493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521200" y="3784600"/>
            <a:ext cx="9258300" cy="927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25900" y="3644900"/>
            <a:ext cx="10198100" cy="151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09800" y="5029200"/>
            <a:ext cx="133096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22500" y="6057900"/>
            <a:ext cx="7785100" cy="1130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209800" y="6959600"/>
            <a:ext cx="99568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