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11.png" Type="http://schemas.openxmlformats.org/officeDocument/2006/relationships/image"/><Relationship Id="rId12" Target="../media/image23.png" Type="http://schemas.openxmlformats.org/officeDocument/2006/relationships/image"/><Relationship Id="rId13" Target="../media/image24.png" Type="http://schemas.openxmlformats.org/officeDocument/2006/relationships/image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22.png" Type="http://schemas.openxmlformats.org/officeDocument/2006/relationships/image"/><Relationship Id="rId12" Target="../media/image33.png" Type="http://schemas.openxmlformats.org/officeDocument/2006/relationships/image"/><Relationship Id="rId13" Target="../media/image34.png" Type="http://schemas.openxmlformats.org/officeDocument/2006/relationships/image"/><Relationship Id="rId14" Target="../media/image35.png" Type="http://schemas.openxmlformats.org/officeDocument/2006/relationships/image"/><Relationship Id="rId15" Target="../media/image36.png" Type="http://schemas.openxmlformats.org/officeDocument/2006/relationships/image"/><Relationship Id="rId16" Target="../media/image37.png" Type="http://schemas.openxmlformats.org/officeDocument/2006/relationships/image"/><Relationship Id="rId17" Target="../media/image38.png" Type="http://schemas.openxmlformats.org/officeDocument/2006/relationships/image"/><Relationship Id="rId18" Target="../media/image39.png" Type="http://schemas.openxmlformats.org/officeDocument/2006/relationships/image"/><Relationship Id="rId19" Target="../media/image40.png" Type="http://schemas.openxmlformats.org/officeDocument/2006/relationships/image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Relationship Id="rId8" Target="../media/image47.pn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50.png" Type="http://schemas.openxmlformats.org/officeDocument/2006/relationships/image"/><Relationship Id="rId8" Target="../media/image51.pn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11" Target="../media/image55.png" Type="http://schemas.openxmlformats.org/officeDocument/2006/relationships/image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52.png" Type="http://schemas.openxmlformats.org/officeDocument/2006/relationships/image"/><Relationship Id="rId8" Target="../media/image48.png" Type="http://schemas.openxmlformats.org/officeDocument/2006/relationships/image"/><Relationship Id="rId9" Target="../media/image5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png" Type="http://schemas.openxmlformats.org/officeDocument/2006/relationships/image"/><Relationship Id="rId11" Target="../media/image63.png" Type="http://schemas.openxmlformats.org/officeDocument/2006/relationships/image"/><Relationship Id="rId12" Target="../media/image64.png" Type="http://schemas.openxmlformats.org/officeDocument/2006/relationships/image"/><Relationship Id="rId13" Target="../media/image65.png" Type="http://schemas.openxmlformats.org/officeDocument/2006/relationships/image"/><Relationship Id="rId14" Target="../media/image66.png" Type="http://schemas.openxmlformats.org/officeDocument/2006/relationships/image"/><Relationship Id="rId15" Target="../media/image67.png" Type="http://schemas.openxmlformats.org/officeDocument/2006/relationships/image"/><Relationship Id="rId2" Target="../media/image56.png" Type="http://schemas.openxmlformats.org/officeDocument/2006/relationships/image"/><Relationship Id="rId3" Target="../media/image57.png" Type="http://schemas.openxmlformats.org/officeDocument/2006/relationships/image"/><Relationship Id="rId4" Target="../media/image43.png" Type="http://schemas.openxmlformats.org/officeDocument/2006/relationships/image"/><Relationship Id="rId5" Target="../media/image58.png" Type="http://schemas.openxmlformats.org/officeDocument/2006/relationships/image"/><Relationship Id="rId6" Target="../media/image45.png" Type="http://schemas.openxmlformats.org/officeDocument/2006/relationships/image"/><Relationship Id="rId7" Target="../media/image59.png" Type="http://schemas.openxmlformats.org/officeDocument/2006/relationships/image"/><Relationship Id="rId8" Target="../media/image60.png" Type="http://schemas.openxmlformats.org/officeDocument/2006/relationships/image"/><Relationship Id="rId9" Target="../media/image6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8.png" Type="http://schemas.openxmlformats.org/officeDocument/2006/relationships/image"/><Relationship Id="rId11" Target="../media/image63.png" Type="http://schemas.openxmlformats.org/officeDocument/2006/relationships/image"/><Relationship Id="rId12" Target="../media/image69.png" Type="http://schemas.openxmlformats.org/officeDocument/2006/relationships/image"/><Relationship Id="rId2" Target="../media/image56.png" Type="http://schemas.openxmlformats.org/officeDocument/2006/relationships/image"/><Relationship Id="rId3" Target="../media/image57.png" Type="http://schemas.openxmlformats.org/officeDocument/2006/relationships/image"/><Relationship Id="rId4" Target="../media/image43.png" Type="http://schemas.openxmlformats.org/officeDocument/2006/relationships/image"/><Relationship Id="rId5" Target="../media/image58.png" Type="http://schemas.openxmlformats.org/officeDocument/2006/relationships/image"/><Relationship Id="rId6" Target="../media/image45.png" Type="http://schemas.openxmlformats.org/officeDocument/2006/relationships/image"/><Relationship Id="rId7" Target="../media/image59.png" Type="http://schemas.openxmlformats.org/officeDocument/2006/relationships/image"/><Relationship Id="rId8" Target="../media/image60.png" Type="http://schemas.openxmlformats.org/officeDocument/2006/relationships/image"/><Relationship Id="rId9" Target="../media/image6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0.png" Type="http://schemas.openxmlformats.org/officeDocument/2006/relationships/image"/><Relationship Id="rId11" Target="../media/image63.png" Type="http://schemas.openxmlformats.org/officeDocument/2006/relationships/image"/><Relationship Id="rId12" Target="../media/image71.png" Type="http://schemas.openxmlformats.org/officeDocument/2006/relationships/image"/><Relationship Id="rId13" Target="../media/image72.png" Type="http://schemas.openxmlformats.org/officeDocument/2006/relationships/image"/><Relationship Id="rId14" Target="../media/image73.png" Type="http://schemas.openxmlformats.org/officeDocument/2006/relationships/image"/><Relationship Id="rId2" Target="../media/image56.png" Type="http://schemas.openxmlformats.org/officeDocument/2006/relationships/image"/><Relationship Id="rId3" Target="../media/image57.png" Type="http://schemas.openxmlformats.org/officeDocument/2006/relationships/image"/><Relationship Id="rId4" Target="../media/image43.png" Type="http://schemas.openxmlformats.org/officeDocument/2006/relationships/image"/><Relationship Id="rId5" Target="../media/image58.png" Type="http://schemas.openxmlformats.org/officeDocument/2006/relationships/image"/><Relationship Id="rId6" Target="../media/image45.png" Type="http://schemas.openxmlformats.org/officeDocument/2006/relationships/image"/><Relationship Id="rId7" Target="../media/image59.png" Type="http://schemas.openxmlformats.org/officeDocument/2006/relationships/image"/><Relationship Id="rId8" Target="../media/image60.png" Type="http://schemas.openxmlformats.org/officeDocument/2006/relationships/image"/><Relationship Id="rId9" Target="../media/image6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7.png" Type="http://schemas.openxmlformats.org/officeDocument/2006/relationships/image"/><Relationship Id="rId11" Target="../media/image63.png" Type="http://schemas.openxmlformats.org/officeDocument/2006/relationships/image"/><Relationship Id="rId12" Target="../media/image78.png" Type="http://schemas.openxmlformats.org/officeDocument/2006/relationships/image"/><Relationship Id="rId13" Target="../media/image79.png" Type="http://schemas.openxmlformats.org/officeDocument/2006/relationships/image"/><Relationship Id="rId14" Target="../media/image80.png" Type="http://schemas.openxmlformats.org/officeDocument/2006/relationships/image"/><Relationship Id="rId15" Target="../media/image81.png" Type="http://schemas.openxmlformats.org/officeDocument/2006/relationships/image"/><Relationship Id="rId16" Target="../media/image82.png" Type="http://schemas.openxmlformats.org/officeDocument/2006/relationships/image"/><Relationship Id="rId17" Target="../media/image83.png" Type="http://schemas.openxmlformats.org/officeDocument/2006/relationships/image"/><Relationship Id="rId2" Target="../media/image56.png" Type="http://schemas.openxmlformats.org/officeDocument/2006/relationships/image"/><Relationship Id="rId3" Target="../media/image57.png" Type="http://schemas.openxmlformats.org/officeDocument/2006/relationships/image"/><Relationship Id="rId4" Target="../media/image43.png" Type="http://schemas.openxmlformats.org/officeDocument/2006/relationships/image"/><Relationship Id="rId5" Target="../media/image74.png" Type="http://schemas.openxmlformats.org/officeDocument/2006/relationships/image"/><Relationship Id="rId6" Target="../media/image45.png" Type="http://schemas.openxmlformats.org/officeDocument/2006/relationships/image"/><Relationship Id="rId7" Target="../media/image75.png" Type="http://schemas.openxmlformats.org/officeDocument/2006/relationships/image"/><Relationship Id="rId8" Target="../media/image76.png" Type="http://schemas.openxmlformats.org/officeDocument/2006/relationships/image"/><Relationship Id="rId9" Target="../media/image6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4.png" Type="http://schemas.openxmlformats.org/officeDocument/2006/relationships/image"/><Relationship Id="rId11" Target="../media/image85.png" Type="http://schemas.openxmlformats.org/officeDocument/2006/relationships/image"/><Relationship Id="rId12" Target="../media/image86.png" Type="http://schemas.openxmlformats.org/officeDocument/2006/relationships/image"/><Relationship Id="rId2" Target="../media/image56.png" Type="http://schemas.openxmlformats.org/officeDocument/2006/relationships/image"/><Relationship Id="rId3" Target="../media/image57.png" Type="http://schemas.openxmlformats.org/officeDocument/2006/relationships/image"/><Relationship Id="rId4" Target="../media/image43.png" Type="http://schemas.openxmlformats.org/officeDocument/2006/relationships/image"/><Relationship Id="rId5" Target="../media/image74.png" Type="http://schemas.openxmlformats.org/officeDocument/2006/relationships/image"/><Relationship Id="rId6" Target="../media/image45.png" Type="http://schemas.openxmlformats.org/officeDocument/2006/relationships/image"/><Relationship Id="rId7" Target="../media/image75.png" Type="http://schemas.openxmlformats.org/officeDocument/2006/relationships/image"/><Relationship Id="rId8" Target="../media/image76.png" Type="http://schemas.openxmlformats.org/officeDocument/2006/relationships/image"/><Relationship Id="rId9" Target="../media/image6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7.png" Type="http://schemas.openxmlformats.org/officeDocument/2006/relationships/image"/><Relationship Id="rId11" Target="../media/image88.png" Type="http://schemas.openxmlformats.org/officeDocument/2006/relationships/image"/><Relationship Id="rId2" Target="../media/image56.png" Type="http://schemas.openxmlformats.org/officeDocument/2006/relationships/image"/><Relationship Id="rId3" Target="../media/image57.png" Type="http://schemas.openxmlformats.org/officeDocument/2006/relationships/image"/><Relationship Id="rId4" Target="../media/image43.png" Type="http://schemas.openxmlformats.org/officeDocument/2006/relationships/image"/><Relationship Id="rId5" Target="../media/image74.png" Type="http://schemas.openxmlformats.org/officeDocument/2006/relationships/image"/><Relationship Id="rId6" Target="../media/image45.png" Type="http://schemas.openxmlformats.org/officeDocument/2006/relationships/image"/><Relationship Id="rId7" Target="../media/image75.png" Type="http://schemas.openxmlformats.org/officeDocument/2006/relationships/image"/><Relationship Id="rId8" Target="../media/image76.png" Type="http://schemas.openxmlformats.org/officeDocument/2006/relationships/image"/><Relationship Id="rId9" Target="../media/image6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9.png" Type="http://schemas.openxmlformats.org/officeDocument/2006/relationships/image"/><Relationship Id="rId11" Target="../media/image63.png" Type="http://schemas.openxmlformats.org/officeDocument/2006/relationships/image"/><Relationship Id="rId12" Target="../media/image78.png" Type="http://schemas.openxmlformats.org/officeDocument/2006/relationships/image"/><Relationship Id="rId13" Target="../media/image79.png" Type="http://schemas.openxmlformats.org/officeDocument/2006/relationships/image"/><Relationship Id="rId14" Target="../media/image80.png" Type="http://schemas.openxmlformats.org/officeDocument/2006/relationships/image"/><Relationship Id="rId15" Target="../media/image90.png" Type="http://schemas.openxmlformats.org/officeDocument/2006/relationships/image"/><Relationship Id="rId16" Target="../media/image91.png" Type="http://schemas.openxmlformats.org/officeDocument/2006/relationships/image"/><Relationship Id="rId17" Target="../media/image92.png" Type="http://schemas.openxmlformats.org/officeDocument/2006/relationships/image"/><Relationship Id="rId2" Target="../media/image56.png" Type="http://schemas.openxmlformats.org/officeDocument/2006/relationships/image"/><Relationship Id="rId3" Target="../media/image57.png" Type="http://schemas.openxmlformats.org/officeDocument/2006/relationships/image"/><Relationship Id="rId4" Target="../media/image43.png" Type="http://schemas.openxmlformats.org/officeDocument/2006/relationships/image"/><Relationship Id="rId5" Target="../media/image74.png" Type="http://schemas.openxmlformats.org/officeDocument/2006/relationships/image"/><Relationship Id="rId6" Target="../media/image45.png" Type="http://schemas.openxmlformats.org/officeDocument/2006/relationships/image"/><Relationship Id="rId7" Target="../media/image75.png" Type="http://schemas.openxmlformats.org/officeDocument/2006/relationships/image"/><Relationship Id="rId8" Target="../media/image76.png" Type="http://schemas.openxmlformats.org/officeDocument/2006/relationships/image"/><Relationship Id="rId9" Target="../media/image6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4.png" Type="http://schemas.openxmlformats.org/officeDocument/2006/relationships/image"/><Relationship Id="rId11" Target="../media/image93.png" Type="http://schemas.openxmlformats.org/officeDocument/2006/relationships/image"/><Relationship Id="rId12" Target="../media/image86.png" Type="http://schemas.openxmlformats.org/officeDocument/2006/relationships/image"/><Relationship Id="rId2" Target="../media/image56.png" Type="http://schemas.openxmlformats.org/officeDocument/2006/relationships/image"/><Relationship Id="rId3" Target="../media/image57.png" Type="http://schemas.openxmlformats.org/officeDocument/2006/relationships/image"/><Relationship Id="rId4" Target="../media/image43.png" Type="http://schemas.openxmlformats.org/officeDocument/2006/relationships/image"/><Relationship Id="rId5" Target="../media/image74.png" Type="http://schemas.openxmlformats.org/officeDocument/2006/relationships/image"/><Relationship Id="rId6" Target="../media/image45.png" Type="http://schemas.openxmlformats.org/officeDocument/2006/relationships/image"/><Relationship Id="rId7" Target="../media/image75.png" Type="http://schemas.openxmlformats.org/officeDocument/2006/relationships/image"/><Relationship Id="rId8" Target="../media/image76.png" Type="http://schemas.openxmlformats.org/officeDocument/2006/relationships/image"/><Relationship Id="rId9" Target="../media/image6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4.png" Type="http://schemas.openxmlformats.org/officeDocument/2006/relationships/image"/><Relationship Id="rId11" Target="../media/image88.png" Type="http://schemas.openxmlformats.org/officeDocument/2006/relationships/image"/><Relationship Id="rId2" Target="../media/image56.png" Type="http://schemas.openxmlformats.org/officeDocument/2006/relationships/image"/><Relationship Id="rId3" Target="../media/image57.png" Type="http://schemas.openxmlformats.org/officeDocument/2006/relationships/image"/><Relationship Id="rId4" Target="../media/image43.png" Type="http://schemas.openxmlformats.org/officeDocument/2006/relationships/image"/><Relationship Id="rId5" Target="../media/image74.png" Type="http://schemas.openxmlformats.org/officeDocument/2006/relationships/image"/><Relationship Id="rId6" Target="../media/image45.png" Type="http://schemas.openxmlformats.org/officeDocument/2006/relationships/image"/><Relationship Id="rId7" Target="../media/image75.png" Type="http://schemas.openxmlformats.org/officeDocument/2006/relationships/image"/><Relationship Id="rId8" Target="../media/image76.png" Type="http://schemas.openxmlformats.org/officeDocument/2006/relationships/image"/><Relationship Id="rId9" Target="../media/image6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5.png" Type="http://schemas.openxmlformats.org/officeDocument/2006/relationships/image"/><Relationship Id="rId11" Target="../media/image63.png" Type="http://schemas.openxmlformats.org/officeDocument/2006/relationships/image"/><Relationship Id="rId12" Target="../media/image78.png" Type="http://schemas.openxmlformats.org/officeDocument/2006/relationships/image"/><Relationship Id="rId13" Target="../media/image79.png" Type="http://schemas.openxmlformats.org/officeDocument/2006/relationships/image"/><Relationship Id="rId14" Target="../media/image80.png" Type="http://schemas.openxmlformats.org/officeDocument/2006/relationships/image"/><Relationship Id="rId15" Target="../media/image96.png" Type="http://schemas.openxmlformats.org/officeDocument/2006/relationships/image"/><Relationship Id="rId16" Target="../media/image97.png" Type="http://schemas.openxmlformats.org/officeDocument/2006/relationships/image"/><Relationship Id="rId17" Target="../media/image98.png" Type="http://schemas.openxmlformats.org/officeDocument/2006/relationships/image"/><Relationship Id="rId2" Target="../media/image56.png" Type="http://schemas.openxmlformats.org/officeDocument/2006/relationships/image"/><Relationship Id="rId3" Target="../media/image57.png" Type="http://schemas.openxmlformats.org/officeDocument/2006/relationships/image"/><Relationship Id="rId4" Target="../media/image43.png" Type="http://schemas.openxmlformats.org/officeDocument/2006/relationships/image"/><Relationship Id="rId5" Target="../media/image74.png" Type="http://schemas.openxmlformats.org/officeDocument/2006/relationships/image"/><Relationship Id="rId6" Target="../media/image45.png" Type="http://schemas.openxmlformats.org/officeDocument/2006/relationships/image"/><Relationship Id="rId7" Target="../media/image75.png" Type="http://schemas.openxmlformats.org/officeDocument/2006/relationships/image"/><Relationship Id="rId8" Target="../media/image76.png" Type="http://schemas.openxmlformats.org/officeDocument/2006/relationships/image"/><Relationship Id="rId9" Target="../media/image6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4.png" Type="http://schemas.openxmlformats.org/officeDocument/2006/relationships/image"/><Relationship Id="rId11" Target="../media/image99.png" Type="http://schemas.openxmlformats.org/officeDocument/2006/relationships/image"/><Relationship Id="rId12" Target="../media/image86.png" Type="http://schemas.openxmlformats.org/officeDocument/2006/relationships/image"/><Relationship Id="rId2" Target="../media/image56.png" Type="http://schemas.openxmlformats.org/officeDocument/2006/relationships/image"/><Relationship Id="rId3" Target="../media/image57.png" Type="http://schemas.openxmlformats.org/officeDocument/2006/relationships/image"/><Relationship Id="rId4" Target="../media/image43.png" Type="http://schemas.openxmlformats.org/officeDocument/2006/relationships/image"/><Relationship Id="rId5" Target="../media/image74.png" Type="http://schemas.openxmlformats.org/officeDocument/2006/relationships/image"/><Relationship Id="rId6" Target="../media/image45.png" Type="http://schemas.openxmlformats.org/officeDocument/2006/relationships/image"/><Relationship Id="rId7" Target="../media/image75.png" Type="http://schemas.openxmlformats.org/officeDocument/2006/relationships/image"/><Relationship Id="rId8" Target="../media/image76.png" Type="http://schemas.openxmlformats.org/officeDocument/2006/relationships/image"/><Relationship Id="rId9" Target="../media/image6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0.png" Type="http://schemas.openxmlformats.org/officeDocument/2006/relationships/image"/><Relationship Id="rId11" Target="../media/image88.png" Type="http://schemas.openxmlformats.org/officeDocument/2006/relationships/image"/><Relationship Id="rId2" Target="../media/image56.png" Type="http://schemas.openxmlformats.org/officeDocument/2006/relationships/image"/><Relationship Id="rId3" Target="../media/image57.png" Type="http://schemas.openxmlformats.org/officeDocument/2006/relationships/image"/><Relationship Id="rId4" Target="../media/image43.png" Type="http://schemas.openxmlformats.org/officeDocument/2006/relationships/image"/><Relationship Id="rId5" Target="../media/image74.png" Type="http://schemas.openxmlformats.org/officeDocument/2006/relationships/image"/><Relationship Id="rId6" Target="../media/image45.png" Type="http://schemas.openxmlformats.org/officeDocument/2006/relationships/image"/><Relationship Id="rId7" Target="../media/image75.png" Type="http://schemas.openxmlformats.org/officeDocument/2006/relationships/image"/><Relationship Id="rId8" Target="../media/image76.png" Type="http://schemas.openxmlformats.org/officeDocument/2006/relationships/image"/><Relationship Id="rId9" Target="../media/image6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5.png" Type="http://schemas.openxmlformats.org/officeDocument/2006/relationships/image"/><Relationship Id="rId11" Target="../media/image61.png" Type="http://schemas.openxmlformats.org/officeDocument/2006/relationships/image"/><Relationship Id="rId12" Target="../media/image106.png" Type="http://schemas.openxmlformats.org/officeDocument/2006/relationships/image"/><Relationship Id="rId13" Target="../media/image63.png" Type="http://schemas.openxmlformats.org/officeDocument/2006/relationships/image"/><Relationship Id="rId14" Target="../media/image107.png" Type="http://schemas.openxmlformats.org/officeDocument/2006/relationships/image"/><Relationship Id="rId2" Target="../media/image56.png" Type="http://schemas.openxmlformats.org/officeDocument/2006/relationships/image"/><Relationship Id="rId3" Target="../media/image57.png" Type="http://schemas.openxmlformats.org/officeDocument/2006/relationships/image"/><Relationship Id="rId4" Target="../media/image43.png" Type="http://schemas.openxmlformats.org/officeDocument/2006/relationships/image"/><Relationship Id="rId5" Target="../media/image101.png" Type="http://schemas.openxmlformats.org/officeDocument/2006/relationships/image"/><Relationship Id="rId6" Target="../media/image45.png" Type="http://schemas.openxmlformats.org/officeDocument/2006/relationships/image"/><Relationship Id="rId7" Target="../media/image102.png" Type="http://schemas.openxmlformats.org/officeDocument/2006/relationships/image"/><Relationship Id="rId8" Target="../media/image103.png" Type="http://schemas.openxmlformats.org/officeDocument/2006/relationships/image"/><Relationship Id="rId9" Target="../media/image10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1.png" Type="http://schemas.openxmlformats.org/officeDocument/2006/relationships/image"/><Relationship Id="rId11" Target="../media/image112.png" Type="http://schemas.openxmlformats.org/officeDocument/2006/relationships/image"/><Relationship Id="rId12" Target="../media/image113.png" Type="http://schemas.openxmlformats.org/officeDocument/2006/relationships/image"/><Relationship Id="rId13" Target="../media/image61.png" Type="http://schemas.openxmlformats.org/officeDocument/2006/relationships/image"/><Relationship Id="rId14" Target="../media/image114.png" Type="http://schemas.openxmlformats.org/officeDocument/2006/relationships/image"/><Relationship Id="rId2" Target="../media/image56.png" Type="http://schemas.openxmlformats.org/officeDocument/2006/relationships/image"/><Relationship Id="rId3" Target="../media/image57.png" Type="http://schemas.openxmlformats.org/officeDocument/2006/relationships/image"/><Relationship Id="rId4" Target="../media/image43.png" Type="http://schemas.openxmlformats.org/officeDocument/2006/relationships/image"/><Relationship Id="rId5" Target="../media/image108.png" Type="http://schemas.openxmlformats.org/officeDocument/2006/relationships/image"/><Relationship Id="rId6" Target="../media/image45.png" Type="http://schemas.openxmlformats.org/officeDocument/2006/relationships/image"/><Relationship Id="rId7" Target="../media/image109.png" Type="http://schemas.openxmlformats.org/officeDocument/2006/relationships/image"/><Relationship Id="rId8" Target="../media/image110.png" Type="http://schemas.openxmlformats.org/officeDocument/2006/relationships/image"/><Relationship Id="rId9" Target="../media/image6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7.png" Type="http://schemas.openxmlformats.org/officeDocument/2006/relationships/image"/><Relationship Id="rId11" Target="../media/image118.png" Type="http://schemas.openxmlformats.org/officeDocument/2006/relationships/image"/><Relationship Id="rId12" Target="../media/image63.png" Type="http://schemas.openxmlformats.org/officeDocument/2006/relationships/image"/><Relationship Id="rId13" Target="../media/image119.png" Type="http://schemas.openxmlformats.org/officeDocument/2006/relationships/image"/><Relationship Id="rId14" Target="../media/image120.png" Type="http://schemas.openxmlformats.org/officeDocument/2006/relationships/image"/><Relationship Id="rId15" Target="../media/image121.png" Type="http://schemas.openxmlformats.org/officeDocument/2006/relationships/image"/><Relationship Id="rId16" Target="../media/image122.png" Type="http://schemas.openxmlformats.org/officeDocument/2006/relationships/image"/><Relationship Id="rId2" Target="../media/image56.png" Type="http://schemas.openxmlformats.org/officeDocument/2006/relationships/image"/><Relationship Id="rId3" Target="../media/image57.png" Type="http://schemas.openxmlformats.org/officeDocument/2006/relationships/image"/><Relationship Id="rId4" Target="../media/image115.png" Type="http://schemas.openxmlformats.org/officeDocument/2006/relationships/image"/><Relationship Id="rId5" Target="../media/image43.png" Type="http://schemas.openxmlformats.org/officeDocument/2006/relationships/image"/><Relationship Id="rId6" Target="../media/image101.png" Type="http://schemas.openxmlformats.org/officeDocument/2006/relationships/image"/><Relationship Id="rId7" Target="../media/image45.png" Type="http://schemas.openxmlformats.org/officeDocument/2006/relationships/image"/><Relationship Id="rId8" Target="../media/image103.png" Type="http://schemas.openxmlformats.org/officeDocument/2006/relationships/image"/><Relationship Id="rId9" Target="../media/image11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7.png" Type="http://schemas.openxmlformats.org/officeDocument/2006/relationships/image"/><Relationship Id="rId11" Target="../media/image118.png" Type="http://schemas.openxmlformats.org/officeDocument/2006/relationships/image"/><Relationship Id="rId12" Target="../media/image63.png" Type="http://schemas.openxmlformats.org/officeDocument/2006/relationships/image"/><Relationship Id="rId13" Target="../media/image119.png" Type="http://schemas.openxmlformats.org/officeDocument/2006/relationships/image"/><Relationship Id="rId14" Target="../media/image120.png" Type="http://schemas.openxmlformats.org/officeDocument/2006/relationships/image"/><Relationship Id="rId15" Target="../media/image121.png" Type="http://schemas.openxmlformats.org/officeDocument/2006/relationships/image"/><Relationship Id="rId16" Target="../media/image122.png" Type="http://schemas.openxmlformats.org/officeDocument/2006/relationships/image"/><Relationship Id="rId17" Target="../media/image123.png" Type="http://schemas.openxmlformats.org/officeDocument/2006/relationships/image"/><Relationship Id="rId18" Target="../media/image124.png" Type="http://schemas.openxmlformats.org/officeDocument/2006/relationships/image"/><Relationship Id="rId19" Target="../media/image125.png" Type="http://schemas.openxmlformats.org/officeDocument/2006/relationships/image"/><Relationship Id="rId2" Target="../media/image56.png" Type="http://schemas.openxmlformats.org/officeDocument/2006/relationships/image"/><Relationship Id="rId3" Target="../media/image57.png" Type="http://schemas.openxmlformats.org/officeDocument/2006/relationships/image"/><Relationship Id="rId4" Target="../media/image115.png" Type="http://schemas.openxmlformats.org/officeDocument/2006/relationships/image"/><Relationship Id="rId5" Target="../media/image43.png" Type="http://schemas.openxmlformats.org/officeDocument/2006/relationships/image"/><Relationship Id="rId6" Target="../media/image101.png" Type="http://schemas.openxmlformats.org/officeDocument/2006/relationships/image"/><Relationship Id="rId7" Target="../media/image45.png" Type="http://schemas.openxmlformats.org/officeDocument/2006/relationships/image"/><Relationship Id="rId8" Target="../media/image103.png" Type="http://schemas.openxmlformats.org/officeDocument/2006/relationships/image"/><Relationship Id="rId9" Target="../media/image116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6.png" Type="http://schemas.openxmlformats.org/officeDocument/2006/relationships/image"/><Relationship Id="rId3" Target="../media/image127.png" Type="http://schemas.openxmlformats.org/officeDocument/2006/relationships/image"/><Relationship Id="rId4" Target="../media/image63.png" Type="http://schemas.openxmlformats.org/officeDocument/2006/relationships/image"/><Relationship Id="rId5" Target="../media/image128.png" Type="http://schemas.openxmlformats.org/officeDocument/2006/relationships/image"/><Relationship Id="rId6" Target="../media/image12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423900" y="7721600"/>
            <a:ext cx="8216900" cy="38354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257300" y="0"/>
            <a:ext cx="8216900" cy="38354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714500" y="647700"/>
            <a:ext cx="15468600" cy="89916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439900" y="5245100"/>
            <a:ext cx="3175000" cy="3708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521700" y="1028700"/>
            <a:ext cx="3263900" cy="7366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438400" y="4064000"/>
            <a:ext cx="3721100" cy="3022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159000" y="4978400"/>
            <a:ext cx="16484600" cy="4940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340100" y="3213100"/>
            <a:ext cx="14211300" cy="36703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150100" y="1244600"/>
            <a:ext cx="13246100" cy="17272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445500" y="1308100"/>
            <a:ext cx="4508500" cy="1358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892300" y="3187700"/>
            <a:ext cx="3695700" cy="9525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6388100" y="533400"/>
            <a:ext cx="2844800" cy="2019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133600" y="3162300"/>
            <a:ext cx="3517900" cy="12319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787400" y="6591300"/>
            <a:ext cx="18021300" cy="467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736600" y="876300"/>
            <a:ext cx="16979900" cy="8991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118100" y="6388100"/>
            <a:ext cx="4178300" cy="97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991100" y="3594100"/>
            <a:ext cx="8737600" cy="965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054600" y="4495800"/>
            <a:ext cx="12166600" cy="17780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06600" y="6781800"/>
            <a:ext cx="2730500" cy="2730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480800" y="1346200"/>
            <a:ext cx="5715000" cy="7620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130800" y="4254500"/>
            <a:ext cx="8204200" cy="152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82800" y="3454400"/>
            <a:ext cx="2565400" cy="25654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5245100" y="7023100"/>
            <a:ext cx="8204200" cy="152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90600" y="1066800"/>
            <a:ext cx="6172200" cy="17526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994900" y="876300"/>
            <a:ext cx="2082800" cy="14732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838200" y="228600"/>
            <a:ext cx="7937500" cy="4152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5143500" y="7010400"/>
            <a:ext cx="11938000" cy="2832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493000" y="-4051300"/>
            <a:ext cx="33147000" cy="18034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00100" y="393700"/>
            <a:ext cx="16573500" cy="9017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505700" y="3975100"/>
            <a:ext cx="3695700" cy="444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31900" y="7378700"/>
            <a:ext cx="15824200" cy="152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098800" y="2870200"/>
            <a:ext cx="10922000" cy="2413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470400" y="4419600"/>
            <a:ext cx="11366500" cy="1854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749800" y="4356100"/>
            <a:ext cx="11315700" cy="22098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16000" y="7950200"/>
            <a:ext cx="3911600" cy="1206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2616200" y="3289300"/>
            <a:ext cx="3175000" cy="37084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17600" y="965200"/>
            <a:ext cx="6172200" cy="1752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36700" y="584200"/>
            <a:ext cx="6146800" cy="3213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4533900" y="8242300"/>
            <a:ext cx="4470400" cy="7366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8928100" y="8255000"/>
            <a:ext cx="3683000" cy="736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446000" y="8001000"/>
            <a:ext cx="4711700" cy="12065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282700" y="7454900"/>
            <a:ext cx="3416300" cy="10160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5092700" y="7429500"/>
            <a:ext cx="3365500" cy="10160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9004300" y="7404100"/>
            <a:ext cx="3403600" cy="1016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3233400" y="7442200"/>
            <a:ext cx="34036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497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96900" y="5969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5000" y="927100"/>
            <a:ext cx="29464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286000" y="3505200"/>
            <a:ext cx="5803900" cy="58039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728200" y="3505200"/>
            <a:ext cx="5803900" cy="5803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16000" y="2476500"/>
            <a:ext cx="116205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497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5000" y="927100"/>
            <a:ext cx="29464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070100" y="3416300"/>
            <a:ext cx="5765800" cy="57658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156700" y="3416300"/>
            <a:ext cx="5765800" cy="57658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16000" y="2476500"/>
            <a:ext cx="116205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49700"/>
            <a:ext cx="34251900" cy="184531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202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35000" y="927100"/>
            <a:ext cx="29464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66800" y="2997200"/>
            <a:ext cx="132080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79500" y="4597400"/>
            <a:ext cx="13500100" cy="1308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4795500" y="3581400"/>
            <a:ext cx="2603500" cy="5753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66800" y="6172200"/>
            <a:ext cx="151384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17600" y="2374900"/>
            <a:ext cx="84836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62100" y="3429000"/>
            <a:ext cx="8496300" cy="723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952500" y="3276600"/>
            <a:ext cx="11557000" cy="13462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11300" y="8623300"/>
            <a:ext cx="14719300" cy="10414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895600" y="4241800"/>
            <a:ext cx="6096000" cy="45593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3784600" y="4610100"/>
            <a:ext cx="3479800" cy="2565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0274300" y="3263900"/>
            <a:ext cx="7061200" cy="2654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17600" y="2374900"/>
            <a:ext cx="84836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876800" y="3429000"/>
            <a:ext cx="8496300" cy="723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733800" y="3289300"/>
            <a:ext cx="10172700" cy="13716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4610100" y="4330700"/>
            <a:ext cx="8991600" cy="5054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17600" y="2374900"/>
            <a:ext cx="84836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06700" y="1117600"/>
            <a:ext cx="48895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876800" y="3429000"/>
            <a:ext cx="8496300" cy="723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3162300" y="3289300"/>
            <a:ext cx="10756900" cy="13716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562100" y="3429000"/>
            <a:ext cx="3048000" cy="57531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6781800" y="5994400"/>
            <a:ext cx="1727200" cy="4699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4762500" y="4203700"/>
            <a:ext cx="11887200" cy="584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17600" y="2374900"/>
            <a:ext cx="78359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46200" y="3505200"/>
            <a:ext cx="8496300" cy="723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317500" y="3390900"/>
            <a:ext cx="10490200" cy="11557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033000" y="6604000"/>
            <a:ext cx="1981200" cy="2768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014200" y="6604000"/>
            <a:ext cx="2006600" cy="27686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1620500" y="2413000"/>
            <a:ext cx="3327400" cy="4165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31900" y="4419600"/>
            <a:ext cx="7620000" cy="3124200"/>
          </a:xfrm>
          <a:prstGeom prst="rect">
            <a:avLst/>
          </a:prstGeom>
        </p:spPr>
      </p:pic>
      <p:grpSp>
        <p:nvGrpSpPr>
          <p:cNvPr name="Group 20" id="2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1" id="2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2268200" y="2895600"/>
            <a:ext cx="1041400" cy="1600200"/>
          </a:xfrm>
          <a:prstGeom prst="rect">
            <a:avLst/>
          </a:prstGeom>
        </p:spPr>
      </p:pic>
      <p:grpSp>
        <p:nvGrpSpPr>
          <p:cNvPr name="Group 22" id="2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3449300" y="2921000"/>
            <a:ext cx="1092200" cy="1308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17600" y="2374900"/>
            <a:ext cx="78359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521200" y="3441700"/>
            <a:ext cx="711200" cy="7239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58900" y="4318000"/>
            <a:ext cx="8267700" cy="4914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68400" y="3225800"/>
            <a:ext cx="105791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17600" y="2374900"/>
            <a:ext cx="78359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71600" y="4152900"/>
            <a:ext cx="8674100" cy="5143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68400" y="3225800"/>
            <a:ext cx="11150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17600" y="2374900"/>
            <a:ext cx="78359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46200" y="3505200"/>
            <a:ext cx="8496300" cy="723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304800" y="3390900"/>
            <a:ext cx="10464800" cy="11557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033000" y="6604000"/>
            <a:ext cx="1981200" cy="2768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014200" y="6604000"/>
            <a:ext cx="2006600" cy="27686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1620500" y="2413000"/>
            <a:ext cx="3327400" cy="4165600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1912600" y="2755900"/>
            <a:ext cx="1536700" cy="1460500"/>
          </a:xfrm>
          <a:prstGeom prst="rect">
            <a:avLst/>
          </a:prstGeom>
        </p:spPr>
      </p:pic>
      <p:grpSp>
        <p:nvGrpSpPr>
          <p:cNvPr name="Group 21" id="2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3081000" y="3048000"/>
            <a:ext cx="1511300" cy="12700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231900" y="4419600"/>
            <a:ext cx="7620000" cy="3124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17600" y="2374900"/>
            <a:ext cx="78359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521200" y="3441700"/>
            <a:ext cx="711200" cy="7239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97000" y="4343400"/>
            <a:ext cx="8509000" cy="5092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68400" y="3225800"/>
            <a:ext cx="105791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17600" y="2374900"/>
            <a:ext cx="78359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46200" y="4152900"/>
            <a:ext cx="8953500" cy="5232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68400" y="3225800"/>
            <a:ext cx="11150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17600" y="2374900"/>
            <a:ext cx="78359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346200" y="3505200"/>
            <a:ext cx="8496300" cy="723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-304800" y="3390900"/>
            <a:ext cx="10464800" cy="11557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033000" y="6604000"/>
            <a:ext cx="1981200" cy="27686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2014200" y="6604000"/>
            <a:ext cx="2006600" cy="27686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1620500" y="2413000"/>
            <a:ext cx="3327400" cy="4165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2001500" y="3009900"/>
            <a:ext cx="1206500" cy="1206500"/>
          </a:xfrm>
          <a:prstGeom prst="rect">
            <a:avLst/>
          </a:prstGeom>
        </p:spPr>
      </p:pic>
      <p:grpSp>
        <p:nvGrpSpPr>
          <p:cNvPr name="Group 20" id="2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1" id="2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3284200" y="2908300"/>
            <a:ext cx="1358900" cy="1536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231900" y="4419600"/>
            <a:ext cx="7620000" cy="3124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17600" y="2374900"/>
            <a:ext cx="78359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521200" y="3441700"/>
            <a:ext cx="711200" cy="7239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282700" y="4356100"/>
            <a:ext cx="8470900" cy="50038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168400" y="3225800"/>
            <a:ext cx="105791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98500" y="927100"/>
            <a:ext cx="29083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17600" y="2374900"/>
            <a:ext cx="78359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32100" y="1193800"/>
            <a:ext cx="3505200" cy="25400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358900" y="4152900"/>
            <a:ext cx="8864600" cy="52324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68400" y="3225800"/>
            <a:ext cx="11150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3900" y="927100"/>
            <a:ext cx="2895600" cy="20320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93800" y="2324100"/>
            <a:ext cx="13246100" cy="1371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30300"/>
            <a:ext cx="35687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49400" y="4432300"/>
            <a:ext cx="7569200" cy="45593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194800" y="4483100"/>
            <a:ext cx="7480300" cy="44577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4876800" y="3429000"/>
            <a:ext cx="8496300" cy="723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46200" y="3289300"/>
            <a:ext cx="12573000" cy="1371600"/>
          </a:xfrm>
          <a:prstGeom prst="rect">
            <a:avLst/>
          </a:prstGeom>
        </p:spPr>
      </p:pic>
      <p:grpSp>
        <p:nvGrpSpPr>
          <p:cNvPr name="Group 17" id="1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2153900" y="8826500"/>
            <a:ext cx="4724400" cy="1498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23900" y="927100"/>
            <a:ext cx="2895600" cy="20193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81100" y="2374900"/>
            <a:ext cx="10058400" cy="128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17600"/>
            <a:ext cx="3568700" cy="1714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1379200" y="4406900"/>
            <a:ext cx="3873500" cy="3937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36700" y="8445500"/>
            <a:ext cx="14605000" cy="1041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070100" y="4330700"/>
            <a:ext cx="9550400" cy="22098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3797300" y="3454400"/>
            <a:ext cx="8496300" cy="7239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498600" y="3340100"/>
            <a:ext cx="11112500" cy="11557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31900" y="4229100"/>
            <a:ext cx="15621000" cy="4508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23900" y="927100"/>
            <a:ext cx="2895600" cy="2032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30300"/>
            <a:ext cx="3568700" cy="171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092700" y="3467100"/>
            <a:ext cx="6997700" cy="927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473700" y="3378200"/>
            <a:ext cx="6451600" cy="1511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400300" y="5054600"/>
            <a:ext cx="9359900" cy="11303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09700" y="5054600"/>
            <a:ext cx="825500" cy="749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09700" y="6070600"/>
            <a:ext cx="825500" cy="749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09700" y="7099300"/>
            <a:ext cx="825500" cy="749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117600" y="2374900"/>
            <a:ext cx="11798300" cy="1371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400300" y="6045200"/>
            <a:ext cx="9563100" cy="1130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400300" y="7073900"/>
            <a:ext cx="12395200" cy="11303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975600" y="-3962400"/>
            <a:ext cx="34251900" cy="18542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84200" y="596900"/>
            <a:ext cx="17119600" cy="92710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31900" y="4229100"/>
            <a:ext cx="15621000" cy="4508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28700" y="1727200"/>
            <a:ext cx="1866900" cy="609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23900" y="927100"/>
            <a:ext cx="2895600" cy="20320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231900" y="2336800"/>
            <a:ext cx="7277100" cy="152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819400" y="1130300"/>
            <a:ext cx="3568700" cy="171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5092700" y="3467100"/>
            <a:ext cx="6997700" cy="927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5473700" y="3378200"/>
            <a:ext cx="6451600" cy="1511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400300" y="4622800"/>
            <a:ext cx="9359900" cy="113030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6243300" y="7429500"/>
            <a:ext cx="2184400" cy="56007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09700" y="4622800"/>
            <a:ext cx="825500" cy="7493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09700" y="5638800"/>
            <a:ext cx="825500" cy="7493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1409700" y="6667500"/>
            <a:ext cx="825500" cy="749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117600" y="2374900"/>
            <a:ext cx="11798300" cy="13716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2400300" y="5613400"/>
            <a:ext cx="9563100" cy="11303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2400300" y="6642100"/>
            <a:ext cx="12395200" cy="11303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2794000" y="5257800"/>
            <a:ext cx="8267700" cy="7874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2806700" y="6324600"/>
            <a:ext cx="13487400" cy="11684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2806700" y="7340600"/>
            <a:ext cx="9817100" cy="1574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DDF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7442200" y="-3505200"/>
            <a:ext cx="33147000" cy="174879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838200" y="800100"/>
            <a:ext cx="16573500" cy="87376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900400" y="7112000"/>
            <a:ext cx="2184400" cy="5588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794500" y="1231900"/>
            <a:ext cx="4533900" cy="3213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711200" y="3771900"/>
            <a:ext cx="18211800" cy="3441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