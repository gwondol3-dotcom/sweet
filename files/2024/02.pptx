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9.png" Type="http://schemas.openxmlformats.org/officeDocument/2006/relationships/image"/><Relationship Id="rId8" Target="../media/image48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13" Target="../media/image68.png" Type="http://schemas.openxmlformats.org/officeDocument/2006/relationships/image"/><Relationship Id="rId14" Target="../media/image69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61.png" Type="http://schemas.openxmlformats.org/officeDocument/2006/relationships/image"/><Relationship Id="rId6" Target="../media/image45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66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9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61.png" Type="http://schemas.openxmlformats.org/officeDocument/2006/relationships/image"/><Relationship Id="rId6" Target="../media/image45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66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88.png" Type="http://schemas.openxmlformats.org/officeDocument/2006/relationships/image"/><Relationship Id="rId5" Target="../media/image43.png" Type="http://schemas.openxmlformats.org/officeDocument/2006/relationships/image"/><Relationship Id="rId6" Target="../media/image61.png" Type="http://schemas.openxmlformats.org/officeDocument/2006/relationships/image"/><Relationship Id="rId7" Target="../media/image45.png" Type="http://schemas.openxmlformats.org/officeDocument/2006/relationships/image"/><Relationship Id="rId8" Target="../media/image63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64.png" Type="http://schemas.openxmlformats.org/officeDocument/2006/relationships/image"/><Relationship Id="rId13" Target="../media/image101.png" Type="http://schemas.openxmlformats.org/officeDocument/2006/relationships/image"/><Relationship Id="rId14" Target="../media/image102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96.png" Type="http://schemas.openxmlformats.org/officeDocument/2006/relationships/image"/><Relationship Id="rId6" Target="../media/image45.pn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64.png" Type="http://schemas.openxmlformats.org/officeDocument/2006/relationships/image"/><Relationship Id="rId12" Target="../media/image101.png" Type="http://schemas.openxmlformats.org/officeDocument/2006/relationships/image"/><Relationship Id="rId13" Target="../media/image104.png" Type="http://schemas.openxmlformats.org/officeDocument/2006/relationships/image"/><Relationship Id="rId14" Target="../media/image105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96.png" Type="http://schemas.openxmlformats.org/officeDocument/2006/relationships/image"/><Relationship Id="rId6" Target="../media/image45.pn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64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106.png" Type="http://schemas.openxmlformats.org/officeDocument/2006/relationships/image"/><Relationship Id="rId6" Target="../media/image45.png" Type="http://schemas.openxmlformats.org/officeDocument/2006/relationships/image"/><Relationship Id="rId7" Target="../media/image107.png" Type="http://schemas.openxmlformats.org/officeDocument/2006/relationships/image"/><Relationship Id="rId8" Target="../media/image108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12.png" Type="http://schemas.openxmlformats.org/officeDocument/2006/relationships/image"/><Relationship Id="rId6" Target="../media/image113.png" Type="http://schemas.openxmlformats.org/officeDocument/2006/relationships/image"/><Relationship Id="rId7" Target="../media/image1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17.png" Type="http://schemas.openxmlformats.org/officeDocument/2006/relationships/image"/><Relationship Id="rId6" Target="../media/image1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19.png" Type="http://schemas.openxmlformats.org/officeDocument/2006/relationships/image"/><Relationship Id="rId6" Target="../media/image1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21.png" Type="http://schemas.openxmlformats.org/officeDocument/2006/relationships/image"/><Relationship Id="rId6" Target="../media/image1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123.png" Type="http://schemas.openxmlformats.org/officeDocument/2006/relationships/image"/><Relationship Id="rId6" Target="../media/image124.png" Type="http://schemas.openxmlformats.org/officeDocument/2006/relationships/image"/><Relationship Id="rId7" Target="../media/image1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127.png" Type="http://schemas.openxmlformats.org/officeDocument/2006/relationships/image"/><Relationship Id="rId13" Target="../media/image128.png" Type="http://schemas.openxmlformats.org/officeDocument/2006/relationships/image"/><Relationship Id="rId14" Target="../media/image129.png" Type="http://schemas.openxmlformats.org/officeDocument/2006/relationships/image"/><Relationship Id="rId15" Target="../media/image130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43.png" Type="http://schemas.openxmlformats.org/officeDocument/2006/relationships/image"/><Relationship Id="rId5" Target="../media/image106.png" Type="http://schemas.openxmlformats.org/officeDocument/2006/relationships/image"/><Relationship Id="rId6" Target="../media/image45.png" Type="http://schemas.openxmlformats.org/officeDocument/2006/relationships/image"/><Relationship Id="rId7" Target="../media/image126.png" Type="http://schemas.openxmlformats.org/officeDocument/2006/relationships/image"/><Relationship Id="rId8" Target="../media/image108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1.png" Type="http://schemas.openxmlformats.org/officeDocument/2006/relationships/image"/><Relationship Id="rId3" Target="../media/image132.png" Type="http://schemas.openxmlformats.org/officeDocument/2006/relationships/image"/><Relationship Id="rId4" Target="../media/image66.png" Type="http://schemas.openxmlformats.org/officeDocument/2006/relationships/image"/><Relationship Id="rId5" Target="../media/image133.png" Type="http://schemas.openxmlformats.org/officeDocument/2006/relationships/image"/><Relationship Id="rId6" Target="../media/image1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58900" y="4965700"/>
            <a:ext cx="174117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40100" y="3213100"/>
            <a:ext cx="14211300" cy="367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20900" y="3162300"/>
            <a:ext cx="35306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8600" y="6591300"/>
            <a:ext cx="184404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81400"/>
            <a:ext cx="7632700" cy="97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495800"/>
            <a:ext cx="12001500" cy="1778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46863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18100" y="7124700"/>
            <a:ext cx="104521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73600" y="4343400"/>
            <a:ext cx="114046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8200" y="7937500"/>
            <a:ext cx="4089400" cy="121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686300" y="8001000"/>
            <a:ext cx="4330700" cy="1193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877300" y="8013700"/>
            <a:ext cx="3759200" cy="1219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017500" y="8001000"/>
            <a:ext cx="4102100" cy="1193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3835400"/>
            <a:ext cx="7454900" cy="4978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52000" y="3543300"/>
            <a:ext cx="6781800" cy="557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300" y="2476500"/>
            <a:ext cx="148082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3708400"/>
            <a:ext cx="6832600" cy="5016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3619500"/>
            <a:ext cx="7061200" cy="534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300" y="2476500"/>
            <a:ext cx="148082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9400" y="3721100"/>
            <a:ext cx="6972300" cy="51181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3683000"/>
            <a:ext cx="7366000" cy="513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300" y="2476500"/>
            <a:ext cx="148082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451100"/>
            <a:ext cx="148082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4038600"/>
            <a:ext cx="13093700" cy="200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95500" y="3581400"/>
            <a:ext cx="2603500" cy="575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6057900"/>
            <a:ext cx="149098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62200"/>
            <a:ext cx="98933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60800" y="3276600"/>
            <a:ext cx="10045700" cy="1384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00200" y="8623300"/>
            <a:ext cx="14605000" cy="1041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210300" y="4241800"/>
            <a:ext cx="6096000" cy="4559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632700" y="4584700"/>
            <a:ext cx="2717800" cy="271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175000" y="1308100"/>
            <a:ext cx="3873500" cy="7188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85500" y="1257300"/>
            <a:ext cx="4216400" cy="722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" y="8547100"/>
            <a:ext cx="8216900" cy="104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15200" y="8547100"/>
            <a:ext cx="10033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36200" y="1219200"/>
            <a:ext cx="5854700" cy="7137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71800" y="1219200"/>
            <a:ext cx="4711700" cy="718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38100" y="8280400"/>
            <a:ext cx="9499600" cy="157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58100" y="8547100"/>
            <a:ext cx="9525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98933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94200" y="3276600"/>
            <a:ext cx="9512300" cy="1384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10300" y="4241800"/>
            <a:ext cx="6096000" cy="4559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32700" y="4584700"/>
            <a:ext cx="2717800" cy="2717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381000" y="8623300"/>
            <a:ext cx="165989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51200" y="1130300"/>
            <a:ext cx="4089400" cy="7594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50600" y="1054100"/>
            <a:ext cx="4025900" cy="762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8547100"/>
            <a:ext cx="8267700" cy="104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51700" y="8547100"/>
            <a:ext cx="991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1092200"/>
            <a:ext cx="4965700" cy="762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0" y="1028700"/>
            <a:ext cx="4572000" cy="7391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8547100"/>
            <a:ext cx="8674100" cy="104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13700" y="8547100"/>
            <a:ext cx="9169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15000" y="3352800"/>
            <a:ext cx="5956300" cy="153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58800" y="5054600"/>
            <a:ext cx="165481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972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7600" y="2362200"/>
            <a:ext cx="13208000" cy="1397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6057900"/>
            <a:ext cx="118364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6959600"/>
            <a:ext cx="59817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324100"/>
            <a:ext cx="162433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58200" y="4381500"/>
            <a:ext cx="4178300" cy="429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56200" y="4889500"/>
            <a:ext cx="3390900" cy="3454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51300" y="3276600"/>
            <a:ext cx="9829800" cy="138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787400" y="8623300"/>
            <a:ext cx="17018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324100"/>
            <a:ext cx="162433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43600" y="4356100"/>
            <a:ext cx="7035800" cy="3937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51300" y="3276600"/>
            <a:ext cx="9829800" cy="1384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266700" y="8178800"/>
            <a:ext cx="16408400" cy="157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584700" y="4343400"/>
            <a:ext cx="28575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62200"/>
            <a:ext cx="134239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10200" y="4330700"/>
            <a:ext cx="7467600" cy="400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75100" y="3276600"/>
            <a:ext cx="9969500" cy="1384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1333500" y="8445500"/>
            <a:ext cx="175006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98800" y="1206500"/>
            <a:ext cx="11315700" cy="704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8255000"/>
            <a:ext cx="13398500" cy="104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2700" y="8813800"/>
            <a:ext cx="150495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4500" y="1130300"/>
            <a:ext cx="14820900" cy="730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308100" y="8610600"/>
            <a:ext cx="17526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22400" y="1244600"/>
            <a:ext cx="14820900" cy="748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" y="8674100"/>
            <a:ext cx="14655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473200"/>
            <a:ext cx="14732000" cy="708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610600"/>
            <a:ext cx="151892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2273300"/>
            <a:ext cx="14973300" cy="388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62100" y="6921500"/>
            <a:ext cx="151892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65300" y="1092200"/>
            <a:ext cx="11087100" cy="6921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52400" y="3352800"/>
            <a:ext cx="4559300" cy="408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774700" y="8140700"/>
            <a:ext cx="173609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438400"/>
            <a:ext cx="11506200" cy="187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24400" y="3352800"/>
            <a:ext cx="7988300" cy="153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97100" y="5029200"/>
            <a:ext cx="109855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09800" y="6057900"/>
            <a:ext cx="99949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97100" y="6959600"/>
            <a:ext cx="120523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