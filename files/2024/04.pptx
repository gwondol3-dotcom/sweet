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12" Target="../media/image11.png" Type="http://schemas.openxmlformats.org/officeDocument/2006/relationships/image"/><Relationship Id="rId13" Target="../media/image23.png" Type="http://schemas.openxmlformats.org/officeDocument/2006/relationships/image"/><Relationship Id="rId14" Target="../media/image24.png" Type="http://schemas.openxmlformats.org/officeDocument/2006/relationships/image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22.png" Type="http://schemas.openxmlformats.org/officeDocument/2006/relationships/image"/><Relationship Id="rId12" Target="../media/image33.png" Type="http://schemas.openxmlformats.org/officeDocument/2006/relationships/image"/><Relationship Id="rId13" Target="../media/image34.png" Type="http://schemas.openxmlformats.org/officeDocument/2006/relationships/image"/><Relationship Id="rId14" Target="../media/image35.png" Type="http://schemas.openxmlformats.org/officeDocument/2006/relationships/image"/><Relationship Id="rId15" Target="../media/image36.png" Type="http://schemas.openxmlformats.org/officeDocument/2006/relationships/image"/><Relationship Id="rId16" Target="../media/image37.png" Type="http://schemas.openxmlformats.org/officeDocument/2006/relationships/image"/><Relationship Id="rId17" Target="../media/image38.png" Type="http://schemas.openxmlformats.org/officeDocument/2006/relationships/image"/><Relationship Id="rId18" Target="../media/image39.png" Type="http://schemas.openxmlformats.org/officeDocument/2006/relationships/image"/><Relationship Id="rId19" Target="../media/image40.png" Type="http://schemas.openxmlformats.org/officeDocument/2006/relationships/image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Relationship Id="rId8" Target="../media/image47.pn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9.png" Type="http://schemas.openxmlformats.org/officeDocument/2006/relationships/image"/><Relationship Id="rId8" Target="../media/image47.pn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2" Target="../media/image51.png" Type="http://schemas.openxmlformats.org/officeDocument/2006/relationships/image"/><Relationship Id="rId3" Target="../media/image52.png" Type="http://schemas.openxmlformats.org/officeDocument/2006/relationships/image"/><Relationship Id="rId4" Target="../media/image43.png" Type="http://schemas.openxmlformats.org/officeDocument/2006/relationships/image"/><Relationship Id="rId5" Target="../media/image53.png" Type="http://schemas.openxmlformats.org/officeDocument/2006/relationships/image"/><Relationship Id="rId6" Target="../media/image45.png" Type="http://schemas.openxmlformats.org/officeDocument/2006/relationships/image"/><Relationship Id="rId7" Target="../media/image54.png" Type="http://schemas.openxmlformats.org/officeDocument/2006/relationships/image"/><Relationship Id="rId8" Target="../media/image55.pn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png" Type="http://schemas.openxmlformats.org/officeDocument/2006/relationships/image"/><Relationship Id="rId11" Target="../media/image64.png" Type="http://schemas.openxmlformats.org/officeDocument/2006/relationships/image"/><Relationship Id="rId12" Target="../media/image65.png" Type="http://schemas.openxmlformats.org/officeDocument/2006/relationships/image"/><Relationship Id="rId13" Target="../media/image66.png" Type="http://schemas.openxmlformats.org/officeDocument/2006/relationships/image"/><Relationship Id="rId14" Target="../media/image67.png" Type="http://schemas.openxmlformats.org/officeDocument/2006/relationships/image"/><Relationship Id="rId2" Target="../media/image51.png" Type="http://schemas.openxmlformats.org/officeDocument/2006/relationships/image"/><Relationship Id="rId3" Target="../media/image52.png" Type="http://schemas.openxmlformats.org/officeDocument/2006/relationships/image"/><Relationship Id="rId4" Target="../media/image56.png" Type="http://schemas.openxmlformats.org/officeDocument/2006/relationships/image"/><Relationship Id="rId5" Target="../media/image58.png" Type="http://schemas.openxmlformats.org/officeDocument/2006/relationships/image"/><Relationship Id="rId6" Target="../media/image59.png" Type="http://schemas.openxmlformats.org/officeDocument/2006/relationships/image"/><Relationship Id="rId7" Target="../media/image60.png" Type="http://schemas.openxmlformats.org/officeDocument/2006/relationships/image"/><Relationship Id="rId8" Target="../media/image61.png" Type="http://schemas.openxmlformats.org/officeDocument/2006/relationships/image"/><Relationship Id="rId9" Target="../media/image6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0.png" Type="http://schemas.openxmlformats.org/officeDocument/2006/relationships/image"/><Relationship Id="rId11" Target="../media/image71.png" Type="http://schemas.openxmlformats.org/officeDocument/2006/relationships/image"/><Relationship Id="rId12" Target="../media/image56.png" Type="http://schemas.openxmlformats.org/officeDocument/2006/relationships/image"/><Relationship Id="rId13" Target="../media/image72.png" Type="http://schemas.openxmlformats.org/officeDocument/2006/relationships/image"/><Relationship Id="rId14" Target="../media/image73.png" Type="http://schemas.openxmlformats.org/officeDocument/2006/relationships/image"/><Relationship Id="rId15" Target="../media/image74.png" Type="http://schemas.openxmlformats.org/officeDocument/2006/relationships/image"/><Relationship Id="rId16" Target="../media/image75.png" Type="http://schemas.openxmlformats.org/officeDocument/2006/relationships/image"/><Relationship Id="rId2" Target="../media/image51.png" Type="http://schemas.openxmlformats.org/officeDocument/2006/relationships/image"/><Relationship Id="rId3" Target="../media/image52.png" Type="http://schemas.openxmlformats.org/officeDocument/2006/relationships/image"/><Relationship Id="rId4" Target="../media/image68.png" Type="http://schemas.openxmlformats.org/officeDocument/2006/relationships/image"/><Relationship Id="rId5" Target="../media/image43.png" Type="http://schemas.openxmlformats.org/officeDocument/2006/relationships/image"/><Relationship Id="rId6" Target="../media/image53.png" Type="http://schemas.openxmlformats.org/officeDocument/2006/relationships/image"/><Relationship Id="rId7" Target="../media/image45.png" Type="http://schemas.openxmlformats.org/officeDocument/2006/relationships/image"/><Relationship Id="rId8" Target="../media/image55.png" Type="http://schemas.openxmlformats.org/officeDocument/2006/relationships/image"/><Relationship Id="rId9" Target="../media/image6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9.png" Type="http://schemas.openxmlformats.org/officeDocument/2006/relationships/image"/><Relationship Id="rId11" Target="../media/image80.png" Type="http://schemas.openxmlformats.org/officeDocument/2006/relationships/image"/><Relationship Id="rId12" Target="../media/image81.png" Type="http://schemas.openxmlformats.org/officeDocument/2006/relationships/image"/><Relationship Id="rId13" Target="../media/image82.png" Type="http://schemas.openxmlformats.org/officeDocument/2006/relationships/image"/><Relationship Id="rId14" Target="../media/image83.png" Type="http://schemas.openxmlformats.org/officeDocument/2006/relationships/image"/><Relationship Id="rId15" Target="../media/image84.png" Type="http://schemas.openxmlformats.org/officeDocument/2006/relationships/image"/><Relationship Id="rId16" Target="../media/image85.png" Type="http://schemas.openxmlformats.org/officeDocument/2006/relationships/image"/><Relationship Id="rId2" Target="../media/image51.png" Type="http://schemas.openxmlformats.org/officeDocument/2006/relationships/image"/><Relationship Id="rId3" Target="../media/image52.png" Type="http://schemas.openxmlformats.org/officeDocument/2006/relationships/image"/><Relationship Id="rId4" Target="../media/image43.png" Type="http://schemas.openxmlformats.org/officeDocument/2006/relationships/image"/><Relationship Id="rId5" Target="../media/image76.png" Type="http://schemas.openxmlformats.org/officeDocument/2006/relationships/image"/><Relationship Id="rId6" Target="../media/image45.png" Type="http://schemas.openxmlformats.org/officeDocument/2006/relationships/image"/><Relationship Id="rId7" Target="../media/image77.png" Type="http://schemas.openxmlformats.org/officeDocument/2006/relationships/image"/><Relationship Id="rId8" Target="../media/image78.pn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Relationship Id="rId3" Target="../media/image52.png" Type="http://schemas.openxmlformats.org/officeDocument/2006/relationships/image"/><Relationship Id="rId4" Target="../media/image56.png" Type="http://schemas.openxmlformats.org/officeDocument/2006/relationships/image"/><Relationship Id="rId5" Target="../media/image86.png" Type="http://schemas.openxmlformats.org/officeDocument/2006/relationships/image"/><Relationship Id="rId6" Target="../media/image87.png" Type="http://schemas.openxmlformats.org/officeDocument/2006/relationships/image"/><Relationship Id="rId7" Target="../media/image88.png" Type="http://schemas.openxmlformats.org/officeDocument/2006/relationships/image"/><Relationship Id="rId8" Target="../media/image89.png" Type="http://schemas.openxmlformats.org/officeDocument/2006/relationships/image"/><Relationship Id="rId9" Target="../media/image9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Relationship Id="rId3" Target="../media/image52.png" Type="http://schemas.openxmlformats.org/officeDocument/2006/relationships/image"/><Relationship Id="rId4" Target="../media/image56.png" Type="http://schemas.openxmlformats.org/officeDocument/2006/relationships/image"/><Relationship Id="rId5" Target="../media/image91.png" Type="http://schemas.openxmlformats.org/officeDocument/2006/relationships/image"/><Relationship Id="rId6" Target="../media/image92.png" Type="http://schemas.openxmlformats.org/officeDocument/2006/relationships/image"/><Relationship Id="rId7" Target="../media/image93.png" Type="http://schemas.openxmlformats.org/officeDocument/2006/relationships/image"/><Relationship Id="rId8" Target="../media/image9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Relationship Id="rId3" Target="../media/image52.png" Type="http://schemas.openxmlformats.org/officeDocument/2006/relationships/image"/><Relationship Id="rId4" Target="../media/image56.png" Type="http://schemas.openxmlformats.org/officeDocument/2006/relationships/image"/><Relationship Id="rId5" Target="../media/image91.png" Type="http://schemas.openxmlformats.org/officeDocument/2006/relationships/image"/><Relationship Id="rId6" Target="../media/image95.png" Type="http://schemas.openxmlformats.org/officeDocument/2006/relationships/image"/><Relationship Id="rId7" Target="../media/image96.png" Type="http://schemas.openxmlformats.org/officeDocument/2006/relationships/image"/><Relationship Id="rId8" Target="../media/image9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Relationship Id="rId3" Target="../media/image52.png" Type="http://schemas.openxmlformats.org/officeDocument/2006/relationships/image"/><Relationship Id="rId4" Target="../media/image56.png" Type="http://schemas.openxmlformats.org/officeDocument/2006/relationships/image"/><Relationship Id="rId5" Target="../media/image91.png" Type="http://schemas.openxmlformats.org/officeDocument/2006/relationships/image"/><Relationship Id="rId6" Target="../media/image98.png" Type="http://schemas.openxmlformats.org/officeDocument/2006/relationships/image"/><Relationship Id="rId7" Target="../media/image99.png" Type="http://schemas.openxmlformats.org/officeDocument/2006/relationships/image"/><Relationship Id="rId8" Target="../media/image10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4.png" Type="http://schemas.openxmlformats.org/officeDocument/2006/relationships/image"/><Relationship Id="rId11" Target="../media/image105.png" Type="http://schemas.openxmlformats.org/officeDocument/2006/relationships/image"/><Relationship Id="rId12" Target="../media/image106.png" Type="http://schemas.openxmlformats.org/officeDocument/2006/relationships/image"/><Relationship Id="rId13" Target="../media/image107.png" Type="http://schemas.openxmlformats.org/officeDocument/2006/relationships/image"/><Relationship Id="rId2" Target="../media/image51.png" Type="http://schemas.openxmlformats.org/officeDocument/2006/relationships/image"/><Relationship Id="rId3" Target="../media/image52.png" Type="http://schemas.openxmlformats.org/officeDocument/2006/relationships/image"/><Relationship Id="rId4" Target="../media/image43.png" Type="http://schemas.openxmlformats.org/officeDocument/2006/relationships/image"/><Relationship Id="rId5" Target="../media/image101.png" Type="http://schemas.openxmlformats.org/officeDocument/2006/relationships/image"/><Relationship Id="rId6" Target="../media/image45.png" Type="http://schemas.openxmlformats.org/officeDocument/2006/relationships/image"/><Relationship Id="rId7" Target="../media/image102.png" Type="http://schemas.openxmlformats.org/officeDocument/2006/relationships/image"/><Relationship Id="rId8" Target="../media/image56.png" Type="http://schemas.openxmlformats.org/officeDocument/2006/relationships/image"/><Relationship Id="rId9" Target="../media/image10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3.png" Type="http://schemas.openxmlformats.org/officeDocument/2006/relationships/image"/><Relationship Id="rId11" Target="../media/image114.png" Type="http://schemas.openxmlformats.org/officeDocument/2006/relationships/image"/><Relationship Id="rId2" Target="../media/image51.png" Type="http://schemas.openxmlformats.org/officeDocument/2006/relationships/image"/><Relationship Id="rId3" Target="../media/image52.png" Type="http://schemas.openxmlformats.org/officeDocument/2006/relationships/image"/><Relationship Id="rId4" Target="../media/image56.png" Type="http://schemas.openxmlformats.org/officeDocument/2006/relationships/image"/><Relationship Id="rId5" Target="../media/image108.png" Type="http://schemas.openxmlformats.org/officeDocument/2006/relationships/image"/><Relationship Id="rId6" Target="../media/image109.png" Type="http://schemas.openxmlformats.org/officeDocument/2006/relationships/image"/><Relationship Id="rId7" Target="../media/image110.png" Type="http://schemas.openxmlformats.org/officeDocument/2006/relationships/image"/><Relationship Id="rId8" Target="../media/image111.png" Type="http://schemas.openxmlformats.org/officeDocument/2006/relationships/image"/><Relationship Id="rId9" Target="../media/image11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8.png" Type="http://schemas.openxmlformats.org/officeDocument/2006/relationships/image"/><Relationship Id="rId11" Target="../media/image69.png" Type="http://schemas.openxmlformats.org/officeDocument/2006/relationships/image"/><Relationship Id="rId12" Target="../media/image116.png" Type="http://schemas.openxmlformats.org/officeDocument/2006/relationships/image"/><Relationship Id="rId13" Target="../media/image117.png" Type="http://schemas.openxmlformats.org/officeDocument/2006/relationships/image"/><Relationship Id="rId14" Target="../media/image118.png" Type="http://schemas.openxmlformats.org/officeDocument/2006/relationships/image"/><Relationship Id="rId15" Target="../media/image119.png" Type="http://schemas.openxmlformats.org/officeDocument/2006/relationships/image"/><Relationship Id="rId2" Target="../media/image51.png" Type="http://schemas.openxmlformats.org/officeDocument/2006/relationships/image"/><Relationship Id="rId3" Target="../media/image52.png" Type="http://schemas.openxmlformats.org/officeDocument/2006/relationships/image"/><Relationship Id="rId4" Target="../media/image43.png" Type="http://schemas.openxmlformats.org/officeDocument/2006/relationships/image"/><Relationship Id="rId5" Target="../media/image101.png" Type="http://schemas.openxmlformats.org/officeDocument/2006/relationships/image"/><Relationship Id="rId6" Target="../media/image45.png" Type="http://schemas.openxmlformats.org/officeDocument/2006/relationships/image"/><Relationship Id="rId7" Target="../media/image115.png" Type="http://schemas.openxmlformats.org/officeDocument/2006/relationships/image"/><Relationship Id="rId8" Target="../media/image102.pn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0.png" Type="http://schemas.openxmlformats.org/officeDocument/2006/relationships/image"/><Relationship Id="rId3" Target="../media/image121.png" Type="http://schemas.openxmlformats.org/officeDocument/2006/relationships/image"/><Relationship Id="rId4" Target="../media/image56.png" Type="http://schemas.openxmlformats.org/officeDocument/2006/relationships/image"/><Relationship Id="rId5" Target="../media/image122.png" Type="http://schemas.openxmlformats.org/officeDocument/2006/relationships/image"/><Relationship Id="rId6" Target="../media/image12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423900" y="7721600"/>
            <a:ext cx="8216900" cy="383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57300" y="0"/>
            <a:ext cx="8216900" cy="383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14500" y="647700"/>
            <a:ext cx="15468600" cy="8991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439900" y="5245100"/>
            <a:ext cx="3175000" cy="3708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521700" y="1028700"/>
            <a:ext cx="3263900" cy="7366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438400" y="4064000"/>
            <a:ext cx="3721100" cy="302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71600" y="4965700"/>
            <a:ext cx="17373600" cy="4673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165600" y="3238500"/>
            <a:ext cx="13296900" cy="3937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150100" y="1244600"/>
            <a:ext cx="13246100" cy="1727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445500" y="1308100"/>
            <a:ext cx="4508500" cy="1358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892300" y="3187700"/>
            <a:ext cx="3695700" cy="9525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388100" y="533400"/>
            <a:ext cx="2844800" cy="2019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133600" y="3162300"/>
            <a:ext cx="3517900" cy="1231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36600" y="876300"/>
            <a:ext cx="16979900" cy="8991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118100" y="6388100"/>
            <a:ext cx="4178300" cy="97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991100" y="3594100"/>
            <a:ext cx="9004300" cy="965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67300" y="4318000"/>
            <a:ext cx="11950700" cy="21590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06600" y="6781800"/>
            <a:ext cx="2730500" cy="2730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480800" y="1384300"/>
            <a:ext cx="4635500" cy="1117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130800" y="4254500"/>
            <a:ext cx="8572500" cy="152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82800" y="3454400"/>
            <a:ext cx="2565400" cy="256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245100" y="7023100"/>
            <a:ext cx="8204200" cy="152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90600" y="1066800"/>
            <a:ext cx="6172200" cy="17526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994900" y="876300"/>
            <a:ext cx="2082800" cy="1473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838200" y="228600"/>
            <a:ext cx="7937500" cy="4152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5143500" y="7124700"/>
            <a:ext cx="12026900" cy="1892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493000" y="-4051300"/>
            <a:ext cx="33147000" cy="1803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00100" y="393700"/>
            <a:ext cx="16573500" cy="9017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505700" y="3975100"/>
            <a:ext cx="3695700" cy="444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31900" y="7378700"/>
            <a:ext cx="158242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098800" y="2870200"/>
            <a:ext cx="10922000" cy="2413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470400" y="4419600"/>
            <a:ext cx="11366500" cy="1854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143500" y="4406900"/>
            <a:ext cx="10896600" cy="2082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30300" y="7950200"/>
            <a:ext cx="3797300" cy="1206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616200" y="3289300"/>
            <a:ext cx="3175000" cy="3708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17600" y="965200"/>
            <a:ext cx="6172200" cy="1752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36700" y="584200"/>
            <a:ext cx="6146800" cy="3213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5092700" y="8001000"/>
            <a:ext cx="3949700" cy="1206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8877300" y="8013700"/>
            <a:ext cx="3771900" cy="1206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763500" y="8026400"/>
            <a:ext cx="4368800" cy="1168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282700" y="7454900"/>
            <a:ext cx="3416300" cy="1016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5092700" y="7429500"/>
            <a:ext cx="3365500" cy="1016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9004300" y="7404100"/>
            <a:ext cx="3403600" cy="1016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3233400" y="7442200"/>
            <a:ext cx="34036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927100"/>
            <a:ext cx="2946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771900" y="2984500"/>
            <a:ext cx="11176000" cy="6286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04900" y="2362200"/>
            <a:ext cx="16383000" cy="1625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927100"/>
            <a:ext cx="2946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064000" y="3695700"/>
            <a:ext cx="10172700" cy="5715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41400" y="2311400"/>
            <a:ext cx="16129000" cy="1663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04900" y="2374900"/>
            <a:ext cx="118237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025900" y="3302000"/>
            <a:ext cx="10668000" cy="5994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28700" y="2806700"/>
            <a:ext cx="7073900" cy="1955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66800" y="4127500"/>
            <a:ext cx="7239000" cy="42926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861300" y="2108200"/>
            <a:ext cx="9055100" cy="6235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115300" y="3644900"/>
            <a:ext cx="1803400" cy="2514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214100" y="2692400"/>
            <a:ext cx="5232400" cy="1638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417300" y="4191000"/>
            <a:ext cx="4978400" cy="2311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366500" y="6311900"/>
            <a:ext cx="5232400" cy="17272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007600" y="2603500"/>
            <a:ext cx="1244600" cy="16383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020300" y="4406900"/>
            <a:ext cx="1244600" cy="1625600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0020300" y="6223000"/>
            <a:ext cx="1244600" cy="1638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31900" y="4229100"/>
            <a:ext cx="15621000" cy="4508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092700" y="3467100"/>
            <a:ext cx="6997700" cy="927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524500" y="3352800"/>
            <a:ext cx="6159500" cy="1511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49300" y="5041900"/>
            <a:ext cx="14820900" cy="11303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09700" y="5054600"/>
            <a:ext cx="825500" cy="749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09700" y="6070600"/>
            <a:ext cx="825500" cy="749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09700" y="6972300"/>
            <a:ext cx="825500" cy="749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092200" y="2374900"/>
            <a:ext cx="14820900" cy="1371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197100" y="6007100"/>
            <a:ext cx="11899900" cy="1130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209800" y="6959600"/>
            <a:ext cx="14008100" cy="1130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81100" y="2324100"/>
            <a:ext cx="111887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001000" y="3365500"/>
            <a:ext cx="9906000" cy="6667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261600" y="4813300"/>
            <a:ext cx="4953000" cy="33401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114300" y="3365500"/>
            <a:ext cx="13614400" cy="6667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3073400" y="4813300"/>
            <a:ext cx="6807200" cy="3340100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6604000" y="3429000"/>
            <a:ext cx="4711700" cy="7239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5791200" y="3302000"/>
            <a:ext cx="6502400" cy="13589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-673100" y="8623300"/>
            <a:ext cx="168656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79600" y="1841500"/>
            <a:ext cx="6197600" cy="45085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476250000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5156200" y="5168900"/>
            <a:ext cx="7962900" cy="381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134600" y="1841500"/>
            <a:ext cx="6197600" cy="4508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31900" y="6870700"/>
            <a:ext cx="7454900" cy="2641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613900" y="6769100"/>
            <a:ext cx="7467600" cy="2641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80137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46100" y="596900"/>
            <a:ext cx="17119600" cy="92710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476250000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565900" y="3759200"/>
            <a:ext cx="5168900" cy="381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65300" y="1892300"/>
            <a:ext cx="6197600" cy="45212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045700" y="1854200"/>
            <a:ext cx="6197600" cy="4521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159000" y="6934200"/>
            <a:ext cx="14262100" cy="2311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476250000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565900" y="3759200"/>
            <a:ext cx="5168900" cy="381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44700" y="2273300"/>
            <a:ext cx="6197600" cy="45212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045700" y="2273300"/>
            <a:ext cx="6197600" cy="4521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85900" y="6896100"/>
            <a:ext cx="15544800" cy="23749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476250000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565900" y="3759200"/>
            <a:ext cx="5168900" cy="381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273300" y="1714500"/>
            <a:ext cx="6197600" cy="45212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071100" y="1714500"/>
            <a:ext cx="6197600" cy="4521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97000" y="7289800"/>
            <a:ext cx="15621000" cy="157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927100"/>
            <a:ext cx="2895600" cy="201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134100" y="4546600"/>
            <a:ext cx="6172200" cy="3784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482600" y="8445500"/>
            <a:ext cx="16878300" cy="1041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06500" y="2374900"/>
            <a:ext cx="13677900" cy="12827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432300" y="3606800"/>
            <a:ext cx="9423400" cy="723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3822700" y="3454400"/>
            <a:ext cx="108204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54100" y="3949700"/>
            <a:ext cx="6235700" cy="23368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04900" y="1028700"/>
            <a:ext cx="4038600" cy="2489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10740000">
            <a:off x="3860800" y="2590800"/>
            <a:ext cx="2209800" cy="12446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962900" y="1117600"/>
            <a:ext cx="6172200" cy="40259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962900" y="5549900"/>
            <a:ext cx="8966200" cy="406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10560000">
            <a:off x="13106400" y="4318000"/>
            <a:ext cx="2057400" cy="1155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11300" y="6464300"/>
            <a:ext cx="15455900" cy="31369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927100"/>
            <a:ext cx="2895600" cy="201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93800" y="2400300"/>
            <a:ext cx="15875000" cy="1219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31900" y="4229100"/>
            <a:ext cx="15621000" cy="4508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092700" y="3467100"/>
            <a:ext cx="6997700" cy="927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819400" y="3352800"/>
            <a:ext cx="9918700" cy="1511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209800" y="5080000"/>
            <a:ext cx="10528300" cy="1130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209800" y="6057900"/>
            <a:ext cx="11760200" cy="1130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222500" y="7023100"/>
            <a:ext cx="9448800" cy="1130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442200" y="-3505200"/>
            <a:ext cx="33147000" cy="1748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00100"/>
            <a:ext cx="16573500" cy="87376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900400" y="7112000"/>
            <a:ext cx="2184400" cy="5588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794500" y="1231900"/>
            <a:ext cx="4533900" cy="3213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711200" y="3771900"/>
            <a:ext cx="18211800" cy="3441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