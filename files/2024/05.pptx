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1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51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15" Target="../media/image62.png" Type="http://schemas.openxmlformats.org/officeDocument/2006/relationships/image"/><Relationship Id="rId16" Target="../media/image69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2.png" Type="http://schemas.openxmlformats.org/officeDocument/2006/relationships/image"/><Relationship Id="rId15" Target="../media/image69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68.png" Type="http://schemas.openxmlformats.org/officeDocument/2006/relationships/image"/><Relationship Id="rId15" Target="../media/image62.png" Type="http://schemas.openxmlformats.org/officeDocument/2006/relationships/image"/><Relationship Id="rId16" Target="../media/image69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62.png" Type="http://schemas.openxmlformats.org/officeDocument/2006/relationships/image"/><Relationship Id="rId15" Target="../media/image69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12" Target="../media/image68.png" Type="http://schemas.openxmlformats.org/officeDocument/2006/relationships/image"/><Relationship Id="rId13" Target="../media/image62.png" Type="http://schemas.openxmlformats.org/officeDocument/2006/relationships/image"/><Relationship Id="rId14" Target="../media/image69.png" Type="http://schemas.openxmlformats.org/officeDocument/2006/relationships/image"/><Relationship Id="rId15" Target="../media/image78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12" Target="../media/image62.png" Type="http://schemas.openxmlformats.org/officeDocument/2006/relationships/image"/><Relationship Id="rId13" Target="../media/image69.png" Type="http://schemas.openxmlformats.org/officeDocument/2006/relationships/image"/><Relationship Id="rId14" Target="../media/image78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80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82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54.png" Type="http://schemas.openxmlformats.org/officeDocument/2006/relationships/image"/><Relationship Id="rId6" Target="../media/image4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png" Type="http://schemas.openxmlformats.org/officeDocument/2006/relationships/image"/><Relationship Id="rId12" Target="../media/image88.png" Type="http://schemas.openxmlformats.org/officeDocument/2006/relationships/image"/><Relationship Id="rId13" Target="../media/image89.png" Type="http://schemas.openxmlformats.org/officeDocument/2006/relationships/image"/><Relationship Id="rId14" Target="../media/image90.png" Type="http://schemas.openxmlformats.org/officeDocument/2006/relationships/image"/><Relationship Id="rId15" Target="../media/image91.png" Type="http://schemas.openxmlformats.org/officeDocument/2006/relationships/image"/><Relationship Id="rId16" Target="../media/image92.png" Type="http://schemas.openxmlformats.org/officeDocument/2006/relationships/image"/><Relationship Id="rId17" Target="../media/image93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84.png" Type="http://schemas.openxmlformats.org/officeDocument/2006/relationships/image"/><Relationship Id="rId8" Target="../media/image56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84.png" Type="http://schemas.openxmlformats.org/officeDocument/2006/relationships/image"/><Relationship Id="rId8" Target="../media/image94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9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84.png" Type="http://schemas.openxmlformats.org/officeDocument/2006/relationships/image"/><Relationship Id="rId8" Target="../media/image94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103.png" Type="http://schemas.openxmlformats.org/officeDocument/2006/relationships/image"/><Relationship Id="rId12" Target="../media/image104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100.png" Type="http://schemas.openxmlformats.org/officeDocument/2006/relationships/image"/><Relationship Id="rId8" Target="../media/image101.pn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105.png" Type="http://schemas.openxmlformats.org/officeDocument/2006/relationships/image"/><Relationship Id="rId8" Target="../media/image84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106.png" Type="http://schemas.openxmlformats.org/officeDocument/2006/relationships/image"/><Relationship Id="rId8" Target="../media/image107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106.png" Type="http://schemas.openxmlformats.org/officeDocument/2006/relationships/image"/><Relationship Id="rId8" Target="../media/image84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84.png" Type="http://schemas.openxmlformats.org/officeDocument/2006/relationships/image"/><Relationship Id="rId8" Target="../media/image103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83.png" Type="http://schemas.openxmlformats.org/officeDocument/2006/relationships/image"/><Relationship Id="rId6" Target="../media/image44.png" Type="http://schemas.openxmlformats.org/officeDocument/2006/relationships/image"/><Relationship Id="rId7" Target="../media/image84.png" Type="http://schemas.openxmlformats.org/officeDocument/2006/relationships/image"/><Relationship Id="rId8" Target="../media/image103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png" Type="http://schemas.openxmlformats.org/officeDocument/2006/relationships/image"/><Relationship Id="rId12" Target="../media/image115.png" Type="http://schemas.openxmlformats.org/officeDocument/2006/relationships/image"/><Relationship Id="rId13" Target="../media/image116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110.png" Type="http://schemas.openxmlformats.org/officeDocument/2006/relationships/image"/><Relationship Id="rId6" Target="../media/image44.png" Type="http://schemas.openxmlformats.org/officeDocument/2006/relationships/image"/><Relationship Id="rId7" Target="../media/image111.png" Type="http://schemas.openxmlformats.org/officeDocument/2006/relationships/image"/><Relationship Id="rId8" Target="../media/image56.pn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13" Target="../media/image116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110.png" Type="http://schemas.openxmlformats.org/officeDocument/2006/relationships/image"/><Relationship Id="rId6" Target="../media/image44.png" Type="http://schemas.openxmlformats.org/officeDocument/2006/relationships/image"/><Relationship Id="rId7" Target="../media/image111.png" Type="http://schemas.openxmlformats.org/officeDocument/2006/relationships/image"/><Relationship Id="rId8" Target="../media/image56.png" Type="http://schemas.openxmlformats.org/officeDocument/2006/relationships/image"/><Relationship Id="rId9" Target="../media/image11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png" Type="http://schemas.openxmlformats.org/officeDocument/2006/relationships/image"/><Relationship Id="rId11" Target="../media/image123.png" Type="http://schemas.openxmlformats.org/officeDocument/2006/relationships/image"/><Relationship Id="rId12" Target="../media/image124.png" Type="http://schemas.openxmlformats.org/officeDocument/2006/relationships/image"/><Relationship Id="rId13" Target="../media/image125.png" Type="http://schemas.openxmlformats.org/officeDocument/2006/relationships/image"/><Relationship Id="rId14" Target="../media/image126.png" Type="http://schemas.openxmlformats.org/officeDocument/2006/relationships/image"/><Relationship Id="rId15" Target="../media/image127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42.png" Type="http://schemas.openxmlformats.org/officeDocument/2006/relationships/image"/><Relationship Id="rId5" Target="../media/image110.png" Type="http://schemas.openxmlformats.org/officeDocument/2006/relationships/image"/><Relationship Id="rId6" Target="../media/image44.png" Type="http://schemas.openxmlformats.org/officeDocument/2006/relationships/image"/><Relationship Id="rId7" Target="../media/image111.png" Type="http://schemas.openxmlformats.org/officeDocument/2006/relationships/image"/><Relationship Id="rId8" Target="../media/image56.png" Type="http://schemas.openxmlformats.org/officeDocument/2006/relationships/image"/><Relationship Id="rId9" Target="../media/image12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8.png" Type="http://schemas.openxmlformats.org/officeDocument/2006/relationships/image"/><Relationship Id="rId3" Target="../media/image129.png" Type="http://schemas.openxmlformats.org/officeDocument/2006/relationships/image"/><Relationship Id="rId4" Target="../media/image56.png" Type="http://schemas.openxmlformats.org/officeDocument/2006/relationships/image"/><Relationship Id="rId5" Target="../media/image130.png" Type="http://schemas.openxmlformats.org/officeDocument/2006/relationships/image"/><Relationship Id="rId6" Target="../media/image1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27200" y="58674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57400" y="41783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3200" y="4241800"/>
            <a:ext cx="17945100" cy="467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11400" y="2984500"/>
            <a:ext cx="14490700" cy="656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20900" y="3162300"/>
            <a:ext cx="35306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74295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54600" y="4495800"/>
            <a:ext cx="11518900" cy="1778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33500"/>
            <a:ext cx="44450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43500" y="7404100"/>
            <a:ext cx="109474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132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4191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86100" y="29083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89500" y="4419600"/>
            <a:ext cx="96901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98800" y="4368800"/>
            <a:ext cx="126365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52600" y="8026400"/>
            <a:ext cx="2730500" cy="120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32000" y="33274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800600" y="8026400"/>
            <a:ext cx="4064000" cy="1206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118600" y="8242300"/>
            <a:ext cx="3759200" cy="736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385800" y="8026400"/>
            <a:ext cx="33401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2070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1948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49600" y="3530600"/>
            <a:ext cx="11988800" cy="558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45800" y="8331200"/>
            <a:ext cx="25400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76800" y="8331200"/>
            <a:ext cx="25400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45800" y="6324600"/>
            <a:ext cx="25400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247900"/>
            <a:ext cx="10553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49600" y="3530600"/>
            <a:ext cx="11988800" cy="558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45800" y="8331200"/>
            <a:ext cx="25400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76800" y="8331200"/>
            <a:ext cx="25400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247900"/>
            <a:ext cx="10553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49600" y="3530600"/>
            <a:ext cx="11988800" cy="558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45800" y="8331200"/>
            <a:ext cx="25400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247900"/>
            <a:ext cx="10553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49600" y="3530600"/>
            <a:ext cx="11988800" cy="558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4100" y="2247900"/>
            <a:ext cx="10553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0132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334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8700" y="4343400"/>
            <a:ext cx="6807200" cy="317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065500" y="6781800"/>
            <a:ext cx="1193800" cy="262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" y="2247900"/>
            <a:ext cx="10553700" cy="137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289800" y="4876800"/>
            <a:ext cx="105156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5651500" y="2336800"/>
            <a:ext cx="29730700" cy="783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92900" y="4559300"/>
            <a:ext cx="698500" cy="44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70900" y="4559300"/>
            <a:ext cx="698500" cy="44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29800" y="5676900"/>
            <a:ext cx="1397000" cy="44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010400" y="7213600"/>
            <a:ext cx="1866900" cy="44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50800" y="7213600"/>
            <a:ext cx="1054100" cy="44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5651500" y="2336800"/>
            <a:ext cx="29730700" cy="783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4635500" y="2616200"/>
            <a:ext cx="27571700" cy="8864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49500" y="5016500"/>
            <a:ext cx="3276600" cy="33528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765800" y="4991100"/>
            <a:ext cx="3314700" cy="33909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07500" y="5029200"/>
            <a:ext cx="3365500" cy="3365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74600" y="5029200"/>
            <a:ext cx="3302000" cy="3302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717800" y="8648700"/>
            <a:ext cx="2552700" cy="546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146800" y="8648700"/>
            <a:ext cx="2552700" cy="546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601200" y="8648700"/>
            <a:ext cx="2552700" cy="546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004800" y="8648700"/>
            <a:ext cx="2552700" cy="546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92200" y="3606800"/>
            <a:ext cx="162814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4635500" y="2616200"/>
            <a:ext cx="27571700" cy="8864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49500" y="5016500"/>
            <a:ext cx="3276600" cy="33528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765800" y="4991100"/>
            <a:ext cx="3314700" cy="33909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07500" y="5029200"/>
            <a:ext cx="3365500" cy="3365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74600" y="5029200"/>
            <a:ext cx="3302000" cy="3302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92200" y="3606800"/>
            <a:ext cx="162814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4635500" y="2616200"/>
            <a:ext cx="27571700" cy="8864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16600" y="5384800"/>
            <a:ext cx="3251200" cy="25273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36800" y="5067300"/>
            <a:ext cx="3314700" cy="29972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58300" y="5003800"/>
            <a:ext cx="3187700" cy="3454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74600" y="5067300"/>
            <a:ext cx="3263900" cy="3365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717800" y="8648700"/>
            <a:ext cx="2552700" cy="546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146800" y="8648700"/>
            <a:ext cx="2552700" cy="546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601200" y="8648700"/>
            <a:ext cx="2552700" cy="546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004800" y="8648700"/>
            <a:ext cx="2552700" cy="546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92200" y="3606800"/>
            <a:ext cx="162814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4635500" y="2616200"/>
            <a:ext cx="27571700" cy="8864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16600" y="5384800"/>
            <a:ext cx="3251200" cy="25273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36800" y="5067300"/>
            <a:ext cx="3314700" cy="29972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58300" y="5003800"/>
            <a:ext cx="3187700" cy="3454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74600" y="5067300"/>
            <a:ext cx="3263900" cy="3365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92200" y="3606800"/>
            <a:ext cx="162814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2882900" y="2679700"/>
            <a:ext cx="23126700" cy="8864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009900" y="5435600"/>
            <a:ext cx="3644900" cy="2540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921500" y="5130800"/>
            <a:ext cx="3517900" cy="335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594100" y="8724900"/>
            <a:ext cx="2552700" cy="54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04100" y="8724900"/>
            <a:ext cx="2552700" cy="54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92200" y="3606800"/>
            <a:ext cx="16281400" cy="1219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871200" y="8597900"/>
            <a:ext cx="34925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2882900" y="2679700"/>
            <a:ext cx="23126700" cy="8864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009900" y="5435600"/>
            <a:ext cx="3644900" cy="2540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921500" y="5130800"/>
            <a:ext cx="3517900" cy="335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92200" y="3606800"/>
            <a:ext cx="162814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871200" y="8597900"/>
            <a:ext cx="34925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6146800" y="3390900"/>
            <a:ext cx="30048200" cy="7353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558800" y="3759200"/>
            <a:ext cx="181483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318000" y="4648200"/>
            <a:ext cx="9639300" cy="449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247900"/>
            <a:ext cx="9931400" cy="1371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914400" y="3505200"/>
            <a:ext cx="185166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08200" y="5232400"/>
            <a:ext cx="2768600" cy="2768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10200" y="4914900"/>
            <a:ext cx="80264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1400" y="2247900"/>
            <a:ext cx="9575800" cy="137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193800" y="3441700"/>
            <a:ext cx="18821400" cy="1485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-3175000" y="4902200"/>
            <a:ext cx="210312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384800" y="6159500"/>
            <a:ext cx="11341100" cy="1041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810000" y="6159500"/>
            <a:ext cx="14020800" cy="1206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410200" y="7404100"/>
            <a:ext cx="9029700" cy="1041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848100" y="7391400"/>
            <a:ext cx="116840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02100" y="4254500"/>
            <a:ext cx="10083800" cy="317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2247900"/>
            <a:ext cx="9575800" cy="137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517900" y="3251200"/>
            <a:ext cx="21158200" cy="148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257300" y="7759700"/>
            <a:ext cx="19939000" cy="2260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398500" y="7899400"/>
            <a:ext cx="16383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89200" y="8509000"/>
            <a:ext cx="1219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02100" y="4254500"/>
            <a:ext cx="10083800" cy="317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2247900"/>
            <a:ext cx="9575800" cy="137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517900" y="3251200"/>
            <a:ext cx="21158200" cy="148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257300" y="7759700"/>
            <a:ext cx="1993900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7010400" y="406400"/>
            <a:ext cx="32346900" cy="11595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89600" y="7048500"/>
            <a:ext cx="2959100" cy="54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727700" y="8229600"/>
            <a:ext cx="2959100" cy="54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63600" y="7048500"/>
            <a:ext cx="3632200" cy="546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74700" y="8229600"/>
            <a:ext cx="3632200" cy="5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1400" y="2247900"/>
            <a:ext cx="10058400" cy="137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266700" y="3086100"/>
            <a:ext cx="180213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7010400" y="406400"/>
            <a:ext cx="32346900" cy="11595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2247900"/>
            <a:ext cx="100584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66700" y="3086100"/>
            <a:ext cx="180213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6870700" y="241300"/>
            <a:ext cx="32042100" cy="12204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312400" y="7480300"/>
            <a:ext cx="5930900" cy="54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36200" y="8559800"/>
            <a:ext cx="5930900" cy="54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41400" y="2247900"/>
            <a:ext cx="10058400" cy="137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66700" y="3086100"/>
            <a:ext cx="180213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6870700" y="241300"/>
            <a:ext cx="32042100" cy="12204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2247900"/>
            <a:ext cx="100584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66700" y="3086100"/>
            <a:ext cx="180213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1400" y="2247900"/>
            <a:ext cx="10058400" cy="137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009900" y="4114800"/>
            <a:ext cx="207899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1400" y="2247900"/>
            <a:ext cx="10058400" cy="137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009900" y="4114800"/>
            <a:ext cx="20789900" cy="3771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89000" y="5283200"/>
            <a:ext cx="167513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4000500" y="2146300"/>
            <a:ext cx="26403300" cy="886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143500"/>
            <a:ext cx="4292600" cy="241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99300" y="5194300"/>
            <a:ext cx="4216400" cy="2374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93500" y="5143500"/>
            <a:ext cx="4216400" cy="2374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8700" y="2247900"/>
            <a:ext cx="90043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4000500" y="2146300"/>
            <a:ext cx="26403300" cy="886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4775200"/>
            <a:ext cx="4178300" cy="2349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73900" y="4749800"/>
            <a:ext cx="4254500" cy="23876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80800" y="4724400"/>
            <a:ext cx="4216400" cy="2908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8700" y="2247900"/>
            <a:ext cx="90043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187700" y="3352800"/>
            <a:ext cx="9588500" cy="151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97100" y="5029200"/>
            <a:ext cx="12750800" cy="1130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22500" y="6057900"/>
            <a:ext cx="117729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197100" y="6959600"/>
            <a:ext cx="10033000" cy="1130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54100" y="2247900"/>
            <a:ext cx="12585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3700" y="4114800"/>
            <a:ext cx="16929100" cy="410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