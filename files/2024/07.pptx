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11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17" Target="../media/image38.png" Type="http://schemas.openxmlformats.org/officeDocument/2006/relationships/image"/><Relationship Id="rId18" Target="../media/image39.png" Type="http://schemas.openxmlformats.org/officeDocument/2006/relationships/image"/><Relationship Id="rId19" Target="../media/image40.pn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1.png" Type="http://schemas.openxmlformats.org/officeDocument/2006/relationships/image"/><Relationship Id="rId8" Target="../media/image47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59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62.png" Type="http://schemas.openxmlformats.org/officeDocument/2006/relationships/image"/><Relationship Id="rId6" Target="../media/image45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62.png" Type="http://schemas.openxmlformats.org/officeDocument/2006/relationships/image"/><Relationship Id="rId6" Target="../media/image45.png" Type="http://schemas.openxmlformats.org/officeDocument/2006/relationships/image"/><Relationship Id="rId7" Target="../media/image67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11" Target="../media/image71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62.png" Type="http://schemas.openxmlformats.org/officeDocument/2006/relationships/image"/><Relationship Id="rId6" Target="../media/image45.png" Type="http://schemas.openxmlformats.org/officeDocument/2006/relationships/image"/><Relationship Id="rId7" Target="../media/image67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62.png" Type="http://schemas.openxmlformats.org/officeDocument/2006/relationships/image"/><Relationship Id="rId6" Target="../media/image45.png" Type="http://schemas.openxmlformats.org/officeDocument/2006/relationships/image"/><Relationship Id="rId7" Target="../media/image72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11" Target="../media/image79.png" Type="http://schemas.openxmlformats.org/officeDocument/2006/relationships/image"/><Relationship Id="rId12" Target="../media/image80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5.png" Type="http://schemas.openxmlformats.org/officeDocument/2006/relationships/image"/><Relationship Id="rId5" Target="../media/image73.png" Type="http://schemas.openxmlformats.org/officeDocument/2006/relationships/image"/><Relationship Id="rId6" Target="../media/image74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png" Type="http://schemas.openxmlformats.org/officeDocument/2006/relationships/image"/><Relationship Id="rId12" Target="../media/image86.png" Type="http://schemas.openxmlformats.org/officeDocument/2006/relationships/image"/><Relationship Id="rId13" Target="../media/image87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png" Type="http://schemas.openxmlformats.org/officeDocument/2006/relationships/image"/><Relationship Id="rId12" Target="../media/image86.png" Type="http://schemas.openxmlformats.org/officeDocument/2006/relationships/image"/><Relationship Id="rId13" Target="../media/image90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png" Type="http://schemas.openxmlformats.org/officeDocument/2006/relationships/image"/><Relationship Id="rId11" Target="../media/image86.png" Type="http://schemas.openxmlformats.org/officeDocument/2006/relationships/image"/><Relationship Id="rId12" Target="../media/image92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94.png" Type="http://schemas.openxmlformats.org/officeDocument/2006/relationships/image"/><Relationship Id="rId12" Target="../media/image86.png" Type="http://schemas.openxmlformats.org/officeDocument/2006/relationships/image"/><Relationship Id="rId13" Target="../media/image95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png" Type="http://schemas.openxmlformats.org/officeDocument/2006/relationships/image"/><Relationship Id="rId11" Target="../media/image86.png" Type="http://schemas.openxmlformats.org/officeDocument/2006/relationships/image"/><Relationship Id="rId12" Target="../media/image97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8.png" Type="http://schemas.openxmlformats.org/officeDocument/2006/relationships/image"/><Relationship Id="rId11" Target="../media/image99.png" Type="http://schemas.openxmlformats.org/officeDocument/2006/relationships/image"/><Relationship Id="rId12" Target="../media/image86.png" Type="http://schemas.openxmlformats.org/officeDocument/2006/relationships/image"/><Relationship Id="rId13" Target="../media/image100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05.png" Type="http://schemas.openxmlformats.org/officeDocument/2006/relationships/image"/><Relationship Id="rId12" Target="../media/image106.png" Type="http://schemas.openxmlformats.org/officeDocument/2006/relationships/image"/><Relationship Id="rId13" Target="../media/image107.png" Type="http://schemas.openxmlformats.org/officeDocument/2006/relationships/image"/><Relationship Id="rId14" Target="../media/image108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101.png" Type="http://schemas.openxmlformats.org/officeDocument/2006/relationships/image"/><Relationship Id="rId6" Target="../media/image45.png" Type="http://schemas.openxmlformats.org/officeDocument/2006/relationships/image"/><Relationship Id="rId7" Target="../media/image102.png" Type="http://schemas.openxmlformats.org/officeDocument/2006/relationships/image"/><Relationship Id="rId8" Target="../media/image103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10.png" Type="http://schemas.openxmlformats.org/officeDocument/2006/relationships/image"/><Relationship Id="rId12" Target="../media/image111.png" Type="http://schemas.openxmlformats.org/officeDocument/2006/relationships/image"/><Relationship Id="rId13" Target="../media/image112.png" Type="http://schemas.openxmlformats.org/officeDocument/2006/relationships/image"/><Relationship Id="rId14" Target="../media/image113.png" Type="http://schemas.openxmlformats.org/officeDocument/2006/relationships/image"/><Relationship Id="rId15" Target="../media/image114.png" Type="http://schemas.openxmlformats.org/officeDocument/2006/relationships/image"/><Relationship Id="rId16" Target="../media/image115.png" Type="http://schemas.openxmlformats.org/officeDocument/2006/relationships/image"/><Relationship Id="rId17" Target="../media/image116.png" Type="http://schemas.openxmlformats.org/officeDocument/2006/relationships/image"/><Relationship Id="rId18" Target="../media/image117.png" Type="http://schemas.openxmlformats.org/officeDocument/2006/relationships/image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43.png" Type="http://schemas.openxmlformats.org/officeDocument/2006/relationships/image"/><Relationship Id="rId5" Target="../media/image101.png" Type="http://schemas.openxmlformats.org/officeDocument/2006/relationships/image"/><Relationship Id="rId6" Target="../media/image45.png" Type="http://schemas.openxmlformats.org/officeDocument/2006/relationships/image"/><Relationship Id="rId7" Target="../media/image109.png" Type="http://schemas.openxmlformats.org/officeDocument/2006/relationships/image"/><Relationship Id="rId8" Target="../media/image103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8.png" Type="http://schemas.openxmlformats.org/officeDocument/2006/relationships/image"/><Relationship Id="rId3" Target="../media/image119.png" Type="http://schemas.openxmlformats.org/officeDocument/2006/relationships/image"/><Relationship Id="rId4" Target="../media/image65.png" Type="http://schemas.openxmlformats.org/officeDocument/2006/relationships/image"/><Relationship Id="rId5" Target="../media/image120.png" Type="http://schemas.openxmlformats.org/officeDocument/2006/relationships/image"/><Relationship Id="rId6" Target="../media/image1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23900" y="7721600"/>
            <a:ext cx="8216900" cy="383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57300" y="0"/>
            <a:ext cx="8216900" cy="383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14500" y="647700"/>
            <a:ext cx="15468600" cy="8991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439900" y="5245100"/>
            <a:ext cx="3175000" cy="370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21700" y="1028700"/>
            <a:ext cx="3263900" cy="736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4064000"/>
            <a:ext cx="3721100" cy="302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62100" y="5067300"/>
            <a:ext cx="16979900" cy="469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762500" y="3454400"/>
            <a:ext cx="12484100" cy="3429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50100" y="1244600"/>
            <a:ext cx="13246100" cy="1727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45500" y="1308100"/>
            <a:ext cx="4508500" cy="135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3187700"/>
            <a:ext cx="3695700" cy="952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388100" y="533400"/>
            <a:ext cx="2844800" cy="201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120900" y="3162300"/>
            <a:ext cx="3530600" cy="1231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700" y="6540500"/>
            <a:ext cx="1854200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6600" y="876300"/>
            <a:ext cx="16979900" cy="8991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18100" y="6388100"/>
            <a:ext cx="4178300" cy="97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91100" y="3594100"/>
            <a:ext cx="7315200" cy="965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54600" y="4013200"/>
            <a:ext cx="12115800" cy="29210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6781800"/>
            <a:ext cx="2730500" cy="273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80800" y="1346200"/>
            <a:ext cx="6096000" cy="76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30800" y="4254500"/>
            <a:ext cx="8204200" cy="15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" y="3454400"/>
            <a:ext cx="2565400" cy="256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45100" y="7023100"/>
            <a:ext cx="8204200" cy="15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0600" y="1066800"/>
            <a:ext cx="6172200" cy="1752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94900" y="876300"/>
            <a:ext cx="2082800" cy="147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38200" y="228600"/>
            <a:ext cx="7937500" cy="415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143500" y="6172200"/>
            <a:ext cx="1069340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93000" y="-4051300"/>
            <a:ext cx="33147000" cy="1803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0100" y="393700"/>
            <a:ext cx="16573500" cy="901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05700" y="3975100"/>
            <a:ext cx="36957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7378700"/>
            <a:ext cx="158242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98800" y="2870200"/>
            <a:ext cx="10922000" cy="241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70400" y="4419600"/>
            <a:ext cx="11366500" cy="185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432300" y="3124200"/>
            <a:ext cx="11645900" cy="384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76300" y="8026400"/>
            <a:ext cx="4102100" cy="1206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16200" y="3289300"/>
            <a:ext cx="3175000" cy="3708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17600" y="965200"/>
            <a:ext cx="6172200" cy="175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6700" y="584200"/>
            <a:ext cx="6146800" cy="3213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076700" y="8001000"/>
            <a:ext cx="4864100" cy="1206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915400" y="8013700"/>
            <a:ext cx="4013200" cy="1206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877800" y="8001000"/>
            <a:ext cx="4229100" cy="1206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82700" y="7454900"/>
            <a:ext cx="3416300" cy="101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092700" y="7429500"/>
            <a:ext cx="3365500" cy="1016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004300" y="7404100"/>
            <a:ext cx="3403600" cy="1016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233400" y="7442200"/>
            <a:ext cx="34036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37100" y="3454400"/>
            <a:ext cx="9969500" cy="5613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6000" y="2476500"/>
            <a:ext cx="73787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4229100"/>
            <a:ext cx="34251900" cy="1883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406400"/>
            <a:ext cx="17119600" cy="942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46300" y="3162300"/>
            <a:ext cx="13703300" cy="6172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03300" y="2476500"/>
            <a:ext cx="13563600" cy="1371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162300" y="3657600"/>
            <a:ext cx="11722100" cy="6286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1380000">
            <a:off x="14757400" y="6705600"/>
            <a:ext cx="2984500" cy="2984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720000">
            <a:off x="14414500" y="2489200"/>
            <a:ext cx="25400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46200" y="3683000"/>
            <a:ext cx="12192000" cy="51689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893800" y="4051300"/>
            <a:ext cx="3213100" cy="523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93800" y="2463800"/>
            <a:ext cx="14655800" cy="1371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06600" y="4432300"/>
            <a:ext cx="1135380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106553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178300" y="3556000"/>
            <a:ext cx="993140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92200" y="2362200"/>
            <a:ext cx="8521700" cy="139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501900" y="3403600"/>
            <a:ext cx="5854700" cy="58547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813800" y="3403600"/>
            <a:ext cx="5854700" cy="5854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92200" y="2362200"/>
            <a:ext cx="8521700" cy="139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525000" y="3327400"/>
            <a:ext cx="5791200" cy="57912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187700" y="3302000"/>
            <a:ext cx="57912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6800" y="2489200"/>
            <a:ext cx="15519400" cy="6642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33700" y="1371600"/>
            <a:ext cx="5194300" cy="34671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34500" y="1371600"/>
            <a:ext cx="5194300" cy="34671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933700" y="5473700"/>
            <a:ext cx="5219700" cy="34671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34500" y="5473700"/>
            <a:ext cx="5130800" cy="3467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098800" y="4648200"/>
            <a:ext cx="5080000" cy="1257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525000" y="4686300"/>
            <a:ext cx="5029200" cy="1257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336800" y="8750300"/>
            <a:ext cx="5842000" cy="1257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763000" y="8750300"/>
            <a:ext cx="5803900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2324100"/>
            <a:ext cx="12344400" cy="139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746500" y="4597400"/>
            <a:ext cx="5219700" cy="48260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398000" y="4597400"/>
            <a:ext cx="5130800" cy="48260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527300" y="3276600"/>
            <a:ext cx="113792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2324100"/>
            <a:ext cx="12344400" cy="139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683000" y="4445000"/>
            <a:ext cx="3708400" cy="4889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848600" y="4445000"/>
            <a:ext cx="6502400" cy="48514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229100" y="3276600"/>
            <a:ext cx="96901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2324100"/>
            <a:ext cx="12344400" cy="139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819900" y="4292600"/>
            <a:ext cx="4597400" cy="50800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159000" y="3276600"/>
            <a:ext cx="117475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2324100"/>
            <a:ext cx="12344400" cy="139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95600" y="4483100"/>
            <a:ext cx="6705600" cy="38100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82200" y="4483100"/>
            <a:ext cx="4267200" cy="45974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565400" y="3276600"/>
            <a:ext cx="113919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2324100"/>
            <a:ext cx="12344400" cy="139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168900" y="4394200"/>
            <a:ext cx="7912100" cy="49784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051300" y="3276600"/>
            <a:ext cx="98552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2324100"/>
            <a:ext cx="12344400" cy="139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826000" y="4419600"/>
            <a:ext cx="4343400" cy="49784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296400" y="4521200"/>
            <a:ext cx="4724400" cy="47371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552700" y="3276600"/>
            <a:ext cx="113665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438400"/>
            <a:ext cx="10922000" cy="1879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092700" y="3467100"/>
            <a:ext cx="6997700" cy="9271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55800" y="4749800"/>
            <a:ext cx="6172200" cy="43053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242300" y="5854700"/>
            <a:ext cx="8242300" cy="2336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532100" y="7429500"/>
            <a:ext cx="1117600" cy="889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263900" y="3352800"/>
            <a:ext cx="947420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2362200"/>
            <a:ext cx="126238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092700" y="3467100"/>
            <a:ext cx="6997700" cy="9271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515100" y="4686300"/>
            <a:ext cx="4610100" cy="4406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581400" y="3352800"/>
            <a:ext cx="9131300" cy="1536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819400" y="4495800"/>
            <a:ext cx="4102100" cy="1892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57200" y="5778500"/>
            <a:ext cx="4089400" cy="1892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981200" y="7416800"/>
            <a:ext cx="4889500" cy="2006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718800" y="4457700"/>
            <a:ext cx="5702300" cy="1892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277600" y="6070600"/>
            <a:ext cx="7086600" cy="1879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623300" y="7670800"/>
            <a:ext cx="80899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42200" y="-3505200"/>
            <a:ext cx="33147000" cy="1748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00100"/>
            <a:ext cx="16573500" cy="8737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00400" y="7112000"/>
            <a:ext cx="2184400" cy="5588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94500" y="1231900"/>
            <a:ext cx="4533900" cy="321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711200" y="3771900"/>
            <a:ext cx="18211800" cy="3441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